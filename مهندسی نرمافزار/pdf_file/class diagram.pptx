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8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7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2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5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1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4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7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8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57621-AEE9-4B06-83A3-CC100E5081F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FD2D6-6425-4B86-99D7-21070DF8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90" y="49406"/>
            <a:ext cx="9972997" cy="646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6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90" y="159909"/>
            <a:ext cx="11536583" cy="665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6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6" y="199001"/>
            <a:ext cx="11579449" cy="686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2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Surface</dc:creator>
  <cp:lastModifiedBy>Microsoft Surface</cp:lastModifiedBy>
  <cp:revision>3</cp:revision>
  <dcterms:created xsi:type="dcterms:W3CDTF">2025-05-30T18:14:48Z</dcterms:created>
  <dcterms:modified xsi:type="dcterms:W3CDTF">2025-05-30T18:24:23Z</dcterms:modified>
</cp:coreProperties>
</file>
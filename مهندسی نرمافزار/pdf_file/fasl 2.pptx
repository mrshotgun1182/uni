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4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4" r:id="rId23"/>
    <p:sldId id="281" r:id="rId24"/>
    <p:sldId id="282" r:id="rId25"/>
    <p:sldId id="283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8" r:id="rId35"/>
    <p:sldId id="299" r:id="rId36"/>
    <p:sldId id="304" r:id="rId37"/>
    <p:sldId id="305" r:id="rId38"/>
    <p:sldId id="306" r:id="rId39"/>
    <p:sldId id="307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852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C0A8-65BC-4A3C-AD2A-E96F24CD8ECA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7338-06DF-4E02-95EA-6631DEF552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443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C0A8-65BC-4A3C-AD2A-E96F24CD8ECA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7338-06DF-4E02-95EA-6631DEF552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68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C0A8-65BC-4A3C-AD2A-E96F24CD8ECA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7338-06DF-4E02-95EA-6631DEF552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375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C0A8-65BC-4A3C-AD2A-E96F24CD8ECA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7338-06DF-4E02-95EA-6631DEF552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410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C0A8-65BC-4A3C-AD2A-E96F24CD8ECA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7338-06DF-4E02-95EA-6631DEF552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23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C0A8-65BC-4A3C-AD2A-E96F24CD8ECA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7338-06DF-4E02-95EA-6631DEF552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350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C0A8-65BC-4A3C-AD2A-E96F24CD8ECA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7338-06DF-4E02-95EA-6631DEF552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976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C0A8-65BC-4A3C-AD2A-E96F24CD8ECA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7338-06DF-4E02-95EA-6631DEF552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975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C0A8-65BC-4A3C-AD2A-E96F24CD8ECA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7338-06DF-4E02-95EA-6631DEF552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66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C0A8-65BC-4A3C-AD2A-E96F24CD8ECA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7338-06DF-4E02-95EA-6631DEF552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9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C0A8-65BC-4A3C-AD2A-E96F24CD8ECA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7338-06DF-4E02-95EA-6631DEF552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44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0C0A8-65BC-4A3C-AD2A-E96F24CD8ECA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57338-06DF-4E02-95EA-6631DEF552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98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76400"/>
            <a:ext cx="8191782" cy="408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352800" y="457200"/>
            <a:ext cx="502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4800" dirty="0" smtClean="0">
                <a:solidFill>
                  <a:srgbClr val="FF0000"/>
                </a:solidFill>
                <a:cs typeface="2  Badr" pitchFamily="2" charset="-78"/>
              </a:rPr>
              <a:t>فصل دوم</a:t>
            </a:r>
            <a:endParaRPr lang="en-US" sz="4800" dirty="0">
              <a:solidFill>
                <a:srgbClr val="FF0000"/>
              </a:solidFill>
              <a:cs typeface="2  Bad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52026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66" y="762000"/>
            <a:ext cx="8616009" cy="5447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888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44" y="609600"/>
            <a:ext cx="842839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8883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09600"/>
            <a:ext cx="7686470" cy="5382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8883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09" y="817367"/>
            <a:ext cx="7807191" cy="5354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8883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23" y="457200"/>
            <a:ext cx="8449056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6200" y="6324600"/>
            <a:ext cx="891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RMMM (The </a:t>
            </a:r>
            <a:r>
              <a:rPr lang="en-US" dirty="0"/>
              <a:t>Risk Mitigation, Monitoring, and Management</a:t>
            </a:r>
            <a:r>
              <a:rPr lang="en-US" dirty="0" smtClean="0"/>
              <a:t>): </a:t>
            </a:r>
            <a:r>
              <a:rPr lang="fa-IR" dirty="0" smtClean="0"/>
              <a:t>مجموعه صفحات حاوی اطلاعات  مربوط به ریسک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883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56" y="597032"/>
            <a:ext cx="8625444" cy="5727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8883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00" y="582518"/>
            <a:ext cx="7965700" cy="5513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8883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10680"/>
            <a:ext cx="8229600" cy="5839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8883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91" y="381000"/>
            <a:ext cx="8216574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95400" y="685800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Reactive risk strategy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08883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39332"/>
            <a:ext cx="8250560" cy="5726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95400" y="685800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Proactive risk strategy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08883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04800"/>
            <a:ext cx="7887035" cy="557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8883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11893"/>
            <a:ext cx="7848600" cy="5474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4410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64" y="381000"/>
            <a:ext cx="8538975" cy="5791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7190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8680455" cy="594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5193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09600"/>
            <a:ext cx="8379845" cy="5966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709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09600"/>
            <a:ext cx="7979147" cy="566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9503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27" y="609600"/>
            <a:ext cx="8434316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5605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8011474" cy="4487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9922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2000"/>
            <a:ext cx="7451724" cy="4972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1333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25" y="381000"/>
            <a:ext cx="8479095" cy="5943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81200" y="1283732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Product size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41228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7850360" cy="536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52800" y="1981200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Business impact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6392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39" y="304800"/>
            <a:ext cx="847292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124200" y="1143000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Customer </a:t>
            </a:r>
            <a:r>
              <a:rPr lang="en-US" sz="2400" b="1" dirty="0" err="1" smtClean="0"/>
              <a:t>charactristics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18600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48" y="762000"/>
            <a:ext cx="8038352" cy="5690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657600" y="1495096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Process definition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66913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02" y="457200"/>
            <a:ext cx="8277817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505200" y="1219200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Development environment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38031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359" y="914400"/>
            <a:ext cx="7697297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90800" y="160020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Technology to be built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27042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5263" y="109538"/>
            <a:ext cx="9536113" cy="664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48000" y="1371600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Staff size and experience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8724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14" y="457200"/>
            <a:ext cx="8683386" cy="5949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8649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93" y="457200"/>
            <a:ext cx="8743618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0796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48" y="609600"/>
            <a:ext cx="8062352" cy="5638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6247" y="256200"/>
            <a:ext cx="79585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800" dirty="0" smtClean="0"/>
              <a:t>مدیر پروژه باید محرکهای ریسکی را که اجزا ریسک(عملکرد، هزینه،پشتیبانی و زمانبندی) را تحت تاثیر قرار میدهد را شناسایی کنند.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92371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23" y="990600"/>
            <a:ext cx="8743001" cy="4952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177223" y="381000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200" b="1" dirty="0" smtClean="0">
                <a:solidFill>
                  <a:srgbClr val="FF0000"/>
                </a:solidFill>
              </a:rPr>
              <a:t>برآورد ریسک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9685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1816100"/>
            <a:ext cx="4810125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06" y="195263"/>
            <a:ext cx="8767844" cy="5900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1194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85" y="609600"/>
            <a:ext cx="8378771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715" y="2819400"/>
            <a:ext cx="4043304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21042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6400"/>
            <a:ext cx="8686800" cy="4702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52600" y="41910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Risk Exposure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6903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81" y="1343025"/>
            <a:ext cx="7310438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452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53" y="838200"/>
            <a:ext cx="8837947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8629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609600"/>
            <a:ext cx="8309812" cy="5798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3376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40" y="533400"/>
            <a:ext cx="8342197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04037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5" y="685800"/>
            <a:ext cx="9054353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3330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71</Words>
  <Application>Microsoft Office PowerPoint</Application>
  <PresentationFormat>On-screen Show (4:3)</PresentationFormat>
  <Paragraphs>14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2  Badr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Surface</dc:creator>
  <cp:lastModifiedBy>Microsoft Surface</cp:lastModifiedBy>
  <cp:revision>17</cp:revision>
  <dcterms:created xsi:type="dcterms:W3CDTF">2023-04-16T16:12:02Z</dcterms:created>
  <dcterms:modified xsi:type="dcterms:W3CDTF">2024-04-15T17:17:15Z</dcterms:modified>
</cp:coreProperties>
</file>
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9.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10.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11.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12.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3.xml" ContentType="application/vnd.openxmlformats-officedocument.theme+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14.xml" ContentType="application/vnd.openxmlformats-officedocument.theme+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15.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3" r:id="rId3"/>
    <p:sldMasterId id="2147483675" r:id="rId4"/>
    <p:sldMasterId id="2147483687" r:id="rId5"/>
    <p:sldMasterId id="2147483699" r:id="rId6"/>
    <p:sldMasterId id="2147483711" r:id="rId7"/>
    <p:sldMasterId id="2147483735" r:id="rId8"/>
    <p:sldMasterId id="2147483879" r:id="rId9"/>
    <p:sldMasterId id="2147484014" r:id="rId10"/>
    <p:sldMasterId id="2147484026" r:id="rId11"/>
    <p:sldMasterId id="2147484038" r:id="rId12"/>
    <p:sldMasterId id="2147484050" r:id="rId13"/>
    <p:sldMasterId id="2147484062" r:id="rId14"/>
    <p:sldMasterId id="2147484074" r:id="rId15"/>
    <p:sldMasterId id="2147484086" r:id="rId16"/>
  </p:sldMasterIdLst>
  <p:notesMasterIdLst>
    <p:notesMasterId r:id="rId48"/>
  </p:notesMasterIdLst>
  <p:sldIdLst>
    <p:sldId id="256" r:id="rId17"/>
    <p:sldId id="257" r:id="rId18"/>
    <p:sldId id="330" r:id="rId19"/>
    <p:sldId id="331" r:id="rId20"/>
    <p:sldId id="332" r:id="rId21"/>
    <p:sldId id="333" r:id="rId22"/>
    <p:sldId id="264" r:id="rId23"/>
    <p:sldId id="260" r:id="rId24"/>
    <p:sldId id="334" r:id="rId25"/>
    <p:sldId id="335" r:id="rId26"/>
    <p:sldId id="265" r:id="rId27"/>
    <p:sldId id="266" r:id="rId28"/>
    <p:sldId id="336" r:id="rId29"/>
    <p:sldId id="337" r:id="rId30"/>
    <p:sldId id="338" r:id="rId31"/>
    <p:sldId id="339" r:id="rId32"/>
    <p:sldId id="267" r:id="rId33"/>
    <p:sldId id="268" r:id="rId34"/>
    <p:sldId id="269" r:id="rId35"/>
    <p:sldId id="270" r:id="rId36"/>
    <p:sldId id="271" r:id="rId37"/>
    <p:sldId id="272" r:id="rId38"/>
    <p:sldId id="273" r:id="rId39"/>
    <p:sldId id="275" r:id="rId40"/>
    <p:sldId id="340" r:id="rId41"/>
    <p:sldId id="341" r:id="rId42"/>
    <p:sldId id="276" r:id="rId43"/>
    <p:sldId id="277" r:id="rId44"/>
    <p:sldId id="342" r:id="rId45"/>
    <p:sldId id="343" r:id="rId46"/>
    <p:sldId id="344" r:id="rId47"/>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r" defTabSz="914400" rtl="1" eaLnBrk="1" latinLnBrk="0" hangingPunct="1">
      <a:defRPr kern="1200">
        <a:solidFill>
          <a:schemeClr val="tx1"/>
        </a:solidFill>
        <a:latin typeface="Arial" pitchFamily="34" charset="0"/>
        <a:ea typeface="+mn-ea"/>
        <a:cs typeface="+mn-cs"/>
      </a:defRPr>
    </a:lvl6pPr>
    <a:lvl7pPr marL="2743200" algn="r" defTabSz="914400" rtl="1" eaLnBrk="1" latinLnBrk="0" hangingPunct="1">
      <a:defRPr kern="1200">
        <a:solidFill>
          <a:schemeClr val="tx1"/>
        </a:solidFill>
        <a:latin typeface="Arial" pitchFamily="34" charset="0"/>
        <a:ea typeface="+mn-ea"/>
        <a:cs typeface="+mn-cs"/>
      </a:defRPr>
    </a:lvl7pPr>
    <a:lvl8pPr marL="3200400" algn="r" defTabSz="914400" rtl="1" eaLnBrk="1" latinLnBrk="0" hangingPunct="1">
      <a:defRPr kern="1200">
        <a:solidFill>
          <a:schemeClr val="tx1"/>
        </a:solidFill>
        <a:latin typeface="Arial" pitchFamily="34" charset="0"/>
        <a:ea typeface="+mn-ea"/>
        <a:cs typeface="+mn-cs"/>
      </a:defRPr>
    </a:lvl8pPr>
    <a:lvl9pPr marL="3657600" algn="r" defTabSz="914400" rtl="1"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F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p:scale>
          <a:sx n="50" d="100"/>
          <a:sy n="50" d="100"/>
        </p:scale>
        <p:origin x="1965" y="10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2.xml"/><Relationship Id="rId26" Type="http://schemas.openxmlformats.org/officeDocument/2006/relationships/slide" Target="slides/slide10.xml"/><Relationship Id="rId39" Type="http://schemas.openxmlformats.org/officeDocument/2006/relationships/slide" Target="slides/slide23.xml"/><Relationship Id="rId21" Type="http://schemas.openxmlformats.org/officeDocument/2006/relationships/slide" Target="slides/slide5.xml"/><Relationship Id="rId34" Type="http://schemas.openxmlformats.org/officeDocument/2006/relationships/slide" Target="slides/slide18.xml"/><Relationship Id="rId42" Type="http://schemas.openxmlformats.org/officeDocument/2006/relationships/slide" Target="slides/slide26.xml"/><Relationship Id="rId47" Type="http://schemas.openxmlformats.org/officeDocument/2006/relationships/slide" Target="slides/slide31.xml"/><Relationship Id="rId50"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3.xml"/><Relationship Id="rId11" Type="http://schemas.openxmlformats.org/officeDocument/2006/relationships/slideMaster" Target="slideMasters/slideMaster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3.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20" Type="http://schemas.openxmlformats.org/officeDocument/2006/relationships/slide" Target="slides/slide4.xml"/><Relationship Id="rId41"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fa-IR"/>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6EC9BC7D-DE87-4663-97EB-EC25768F09B5}" type="datetimeFigureOut">
              <a:rPr lang="fa-IR" smtClean="0"/>
              <a:t>01/11/1446</a:t>
            </a:fld>
            <a:endParaRPr lang="fa-I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fa-I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fa-IR"/>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7F19FB3E-2187-45CA-BCE1-74FB4463F0AE}" type="slidenum">
              <a:rPr lang="fa-IR" smtClean="0"/>
              <a:t>‹#›</a:t>
            </a:fld>
            <a:endParaRPr lang="fa-IR"/>
          </a:p>
        </p:txBody>
      </p:sp>
    </p:spTree>
    <p:extLst>
      <p:ext uri="{BB962C8B-B14F-4D97-AF65-F5344CB8AC3E}">
        <p14:creationId xmlns:p14="http://schemas.microsoft.com/office/powerpoint/2010/main" val="344814110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pPr>
                <a:defRPr/>
              </a:pPr>
              <a:t>28/04/2025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pPr>
                <a:defRPr/>
              </a:pPr>
              <a:t>‹#›</a:t>
            </a:fld>
            <a:endParaRPr lang="fr-FR"/>
          </a:p>
        </p:txBody>
      </p:sp>
    </p:spTree>
    <p:extLst>
      <p:ext uri="{BB962C8B-B14F-4D97-AF65-F5344CB8AC3E}">
        <p14:creationId xmlns:p14="http://schemas.microsoft.com/office/powerpoint/2010/main" val="2735035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pPr>
                <a:defRPr/>
              </a:pPr>
              <a:t>28/04/2025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pPr>
                <a:defRPr/>
              </a:pPr>
              <a:t>‹#›</a:t>
            </a:fld>
            <a:endParaRPr lang="fr-FR"/>
          </a:p>
        </p:txBody>
      </p:sp>
    </p:spTree>
    <p:extLst>
      <p:ext uri="{BB962C8B-B14F-4D97-AF65-F5344CB8AC3E}">
        <p14:creationId xmlns:p14="http://schemas.microsoft.com/office/powerpoint/2010/main" val="1287751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pPr>
                <a:defRPr/>
              </a:pPr>
              <a:t>28/04/2025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pPr>
                <a:defRPr/>
              </a:pPr>
              <a:t>‹#›</a:t>
            </a:fld>
            <a:endParaRPr lang="fr-FR"/>
          </a:p>
        </p:txBody>
      </p:sp>
    </p:spTree>
    <p:extLst>
      <p:ext uri="{BB962C8B-B14F-4D97-AF65-F5344CB8AC3E}">
        <p14:creationId xmlns:p14="http://schemas.microsoft.com/office/powerpoint/2010/main" val="3681007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pPr>
                <a:defRPr/>
              </a:pPr>
              <a:t>28/04/2025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pPr>
                <a:defRPr/>
              </a:pPr>
              <a:t>‹#›</a:t>
            </a:fld>
            <a:endParaRPr lang="fr-FR"/>
          </a:p>
        </p:txBody>
      </p:sp>
    </p:spTree>
    <p:extLst>
      <p:ext uri="{BB962C8B-B14F-4D97-AF65-F5344CB8AC3E}">
        <p14:creationId xmlns:p14="http://schemas.microsoft.com/office/powerpoint/2010/main" val="1740047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pPr>
                <a:defRPr/>
              </a:pPr>
              <a:t>28/04/2025</a:t>
            </a:fld>
            <a:endParaRPr lang="fr-FR"/>
          </a:p>
        </p:txBody>
      </p:sp>
      <p:sp>
        <p:nvSpPr>
          <p:cNvPr id="8" name="Espace réservé du pied de page 4"/>
          <p:cNvSpPr>
            <a:spLocks noGrp="1"/>
          </p:cNvSpPr>
          <p:nvPr>
            <p:ph type="ftr" sz="quarter" idx="11"/>
          </p:nvPr>
        </p:nvSpPr>
        <p:spPr/>
        <p:txBody>
          <a:bodyPr/>
          <a:lstStyle>
            <a:lvl1pPr>
              <a:defRPr/>
            </a:lvl1pPr>
          </a:lstStyle>
          <a:p>
            <a:pPr>
              <a:defRPr/>
            </a:pPr>
            <a:endParaRPr lang="fr-F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pPr>
                <a:defRPr/>
              </a:pPr>
              <a:t>‹#›</a:t>
            </a:fld>
            <a:endParaRPr lang="fr-FR"/>
          </a:p>
        </p:txBody>
      </p:sp>
    </p:spTree>
    <p:extLst>
      <p:ext uri="{BB962C8B-B14F-4D97-AF65-F5344CB8AC3E}">
        <p14:creationId xmlns:p14="http://schemas.microsoft.com/office/powerpoint/2010/main" val="1321710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pPr>
                <a:defRPr/>
              </a:pPr>
              <a:t>28/04/2025</a:t>
            </a:fld>
            <a:endParaRPr lang="fr-FR"/>
          </a:p>
        </p:txBody>
      </p:sp>
      <p:sp>
        <p:nvSpPr>
          <p:cNvPr id="4" name="Espace réservé du pied de page 4"/>
          <p:cNvSpPr>
            <a:spLocks noGrp="1"/>
          </p:cNvSpPr>
          <p:nvPr>
            <p:ph type="ftr" sz="quarter" idx="11"/>
          </p:nvPr>
        </p:nvSpPr>
        <p:spPr/>
        <p:txBody>
          <a:bodyPr/>
          <a:lstStyle>
            <a:lvl1pPr>
              <a:defRPr/>
            </a:lvl1pPr>
          </a:lstStyle>
          <a:p>
            <a:pPr>
              <a:defRPr/>
            </a:pPr>
            <a:endParaRPr lang="fr-F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pPr>
                <a:defRPr/>
              </a:pPr>
              <a:t>‹#›</a:t>
            </a:fld>
            <a:endParaRPr lang="fr-FR"/>
          </a:p>
        </p:txBody>
      </p:sp>
    </p:spTree>
    <p:extLst>
      <p:ext uri="{BB962C8B-B14F-4D97-AF65-F5344CB8AC3E}">
        <p14:creationId xmlns:p14="http://schemas.microsoft.com/office/powerpoint/2010/main" val="1695140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pPr>
                <a:defRPr/>
              </a:pPr>
              <a:t>28/04/2025</a:t>
            </a:fld>
            <a:endParaRPr lang="fr-FR"/>
          </a:p>
        </p:txBody>
      </p:sp>
      <p:sp>
        <p:nvSpPr>
          <p:cNvPr id="3" name="Espace réservé du pied de page 4"/>
          <p:cNvSpPr>
            <a:spLocks noGrp="1"/>
          </p:cNvSpPr>
          <p:nvPr>
            <p:ph type="ftr" sz="quarter" idx="11"/>
          </p:nvPr>
        </p:nvSpPr>
        <p:spPr/>
        <p:txBody>
          <a:bodyPr/>
          <a:lstStyle>
            <a:lvl1pPr>
              <a:defRPr/>
            </a:lvl1pPr>
          </a:lstStyle>
          <a:p>
            <a:pPr>
              <a:defRPr/>
            </a:pPr>
            <a:endParaRPr lang="fr-F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pPr>
                <a:defRPr/>
              </a:pPr>
              <a:t>‹#›</a:t>
            </a:fld>
            <a:endParaRPr lang="fr-FR"/>
          </a:p>
        </p:txBody>
      </p:sp>
    </p:spTree>
    <p:extLst>
      <p:ext uri="{BB962C8B-B14F-4D97-AF65-F5344CB8AC3E}">
        <p14:creationId xmlns:p14="http://schemas.microsoft.com/office/powerpoint/2010/main" val="472587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pPr>
                <a:defRPr/>
              </a:pPr>
              <a:t>28/04/2025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pPr>
                <a:defRPr/>
              </a:pPr>
              <a:t>‹#›</a:t>
            </a:fld>
            <a:endParaRPr lang="fr-FR"/>
          </a:p>
        </p:txBody>
      </p:sp>
    </p:spTree>
    <p:extLst>
      <p:ext uri="{BB962C8B-B14F-4D97-AF65-F5344CB8AC3E}">
        <p14:creationId xmlns:p14="http://schemas.microsoft.com/office/powerpoint/2010/main" val="3206912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pPr>
                <a:defRPr/>
              </a:pPr>
              <a:t>28/04/2025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pPr>
                <a:defRPr/>
              </a:pPr>
              <a:t>‹#›</a:t>
            </a:fld>
            <a:endParaRPr lang="fr-FR"/>
          </a:p>
        </p:txBody>
      </p:sp>
    </p:spTree>
    <p:extLst>
      <p:ext uri="{BB962C8B-B14F-4D97-AF65-F5344CB8AC3E}">
        <p14:creationId xmlns:p14="http://schemas.microsoft.com/office/powerpoint/2010/main" val="490073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pPr>
                <a:defRPr/>
              </a:pPr>
              <a:t>28/04/2025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pPr>
                <a:defRPr/>
              </a:pPr>
              <a:t>‹#›</a:t>
            </a:fld>
            <a:endParaRPr lang="fr-FR"/>
          </a:p>
        </p:txBody>
      </p:sp>
    </p:spTree>
    <p:extLst>
      <p:ext uri="{BB962C8B-B14F-4D97-AF65-F5344CB8AC3E}">
        <p14:creationId xmlns:p14="http://schemas.microsoft.com/office/powerpoint/2010/main" val="562554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pPr>
                <a:defRPr/>
              </a:pPr>
              <a:t>28/04/2025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pPr>
                <a:defRPr/>
              </a:pPr>
              <a:t>‹#›</a:t>
            </a:fld>
            <a:endParaRPr lang="fr-FR"/>
          </a:p>
        </p:txBody>
      </p:sp>
    </p:spTree>
    <p:extLst>
      <p:ext uri="{BB962C8B-B14F-4D97-AF65-F5344CB8AC3E}">
        <p14:creationId xmlns:p14="http://schemas.microsoft.com/office/powerpoint/2010/main" val="2005374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61FA1CE-C640-4CE1-8D0A-EAE11EE28272}" type="datetimeFigureOut">
              <a:rPr lang="en-US" smtClean="0">
                <a:solidFill>
                  <a:prstClr val="black">
                    <a:tint val="75000"/>
                  </a:prstClr>
                </a:solidFill>
              </a:rPr>
              <a:pPr/>
              <a:t>4/28/2025</a:t>
            </a:fld>
            <a:endParaRPr lang="en-US">
              <a:solidFill>
                <a:prstClr val="black">
                  <a:tint val="75000"/>
                </a:prstClr>
              </a:solidFill>
            </a:endParaRPr>
          </a:p>
        </p:txBody>
      </p:sp>
      <p:sp>
        <p:nvSpPr>
          <p:cNvPr id="3" name="Espace réservé du pied de page 2"/>
          <p:cNvSpPr>
            <a:spLocks noGrp="1"/>
          </p:cNvSpPr>
          <p:nvPr>
            <p:ph type="ftr" sz="quarter" idx="11"/>
          </p:nvPr>
        </p:nvSpPr>
        <p:spPr/>
        <p:txBody>
          <a:bodyPr/>
          <a:lstStyle/>
          <a:p>
            <a:endParaRPr lang="en-US">
              <a:solidFill>
                <a:prstClr val="black">
                  <a:tint val="75000"/>
                </a:prstClr>
              </a:solidFill>
            </a:endParaRPr>
          </a:p>
        </p:txBody>
      </p:sp>
      <p:sp>
        <p:nvSpPr>
          <p:cNvPr id="4" name="Espace réservé du numéro de diapositive 3"/>
          <p:cNvSpPr>
            <a:spLocks noGrp="1"/>
          </p:cNvSpPr>
          <p:nvPr>
            <p:ph type="sldNum" sz="quarter" idx="12"/>
          </p:nvPr>
        </p:nvSpPr>
        <p:spPr/>
        <p:txBody>
          <a:bodyPr/>
          <a:lstStyle/>
          <a:p>
            <a:fld id="{D44786E5-36B4-4750-9BD9-353AA4FBC16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5513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1_Vide">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a:off x="0" y="0"/>
            <a:ext cx="9144000" cy="6858000"/>
          </a:xfrm>
          <a:prstGeom prst="rect">
            <a:avLst/>
          </a:prstGeom>
          <a:gradFill>
            <a:gsLst>
              <a:gs pos="0">
                <a:schemeClr val="lt1">
                  <a:tint val="40000"/>
                  <a:satMod val="350000"/>
                </a:schemeClr>
              </a:gs>
              <a:gs pos="40000">
                <a:schemeClr val="lt1">
                  <a:tint val="45000"/>
                  <a:shade val="99000"/>
                  <a:satMod val="350000"/>
                </a:schemeClr>
              </a:gs>
              <a:gs pos="100000">
                <a:schemeClr val="bg1">
                  <a:lumMod val="85000"/>
                </a:schemeClr>
              </a:gs>
            </a:gsLst>
          </a:gradFill>
          <a:ln w="9525">
            <a:solidFill>
              <a:schemeClr val="bg1"/>
            </a:solidFill>
            <a:miter lim="800000"/>
            <a:headEnd/>
            <a:tailEnd/>
          </a:ln>
          <a:effectLst/>
        </p:spPr>
        <p:style>
          <a:lnRef idx="0">
            <a:scrgbClr r="0" g="0" b="0"/>
          </a:lnRef>
          <a:fillRef idx="1002">
            <a:schemeClr val="lt1"/>
          </a:fillRef>
          <a:effectRef idx="0">
            <a:scrgbClr r="0" g="0" b="0"/>
          </a:effectRef>
          <a:fontRef idx="major"/>
        </p:style>
        <p:txBody>
          <a:bodyPr wrap="none" anchor="ctr"/>
          <a:lstStyle/>
          <a:p>
            <a:pPr fontAlgn="auto">
              <a:spcBef>
                <a:spcPts val="0"/>
              </a:spcBef>
              <a:spcAft>
                <a:spcPts val="0"/>
              </a:spcAft>
            </a:pPr>
            <a:endParaRPr lang="fr-FR">
              <a:solidFill>
                <a:prstClr val="black"/>
              </a:solidFill>
            </a:endParaRPr>
          </a:p>
        </p:txBody>
      </p:sp>
    </p:spTree>
    <p:extLst>
      <p:ext uri="{BB962C8B-B14F-4D97-AF65-F5344CB8AC3E}">
        <p14:creationId xmlns:p14="http://schemas.microsoft.com/office/powerpoint/2010/main" val="1642502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9144000" cy="2933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0" y="2925286"/>
            <a:ext cx="914400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514600" y="236220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3" name="Subtitle 2"/>
          <p:cNvSpPr>
            <a:spLocks noGrp="1"/>
          </p:cNvSpPr>
          <p:nvPr>
            <p:ph type="subTitle" idx="1"/>
          </p:nvPr>
        </p:nvSpPr>
        <p:spPr>
          <a:xfrm>
            <a:off x="2565400" y="3045460"/>
            <a:ext cx="4013200" cy="428625"/>
          </a:xfrm>
        </p:spPr>
        <p:txBody>
          <a:bodyPr tIns="0" anchor="t">
            <a:noAutofit/>
          </a:bodyPr>
          <a:lstStyle>
            <a:lvl1pPr marL="0" indent="0" algn="ctr">
              <a:buNone/>
              <a:defRPr sz="1600" b="0" i="0" cap="none" spc="0" baseline="0">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2" name="Title 11"/>
          <p:cNvSpPr>
            <a:spLocks noGrp="1"/>
          </p:cNvSpPr>
          <p:nvPr>
            <p:ph type="title"/>
          </p:nvPr>
        </p:nvSpPr>
        <p:spPr>
          <a:xfrm>
            <a:off x="2565400" y="2397760"/>
            <a:ext cx="4013200" cy="599440"/>
          </a:xfrm>
          <a:noFill/>
          <a:ln>
            <a:noFill/>
          </a:ln>
        </p:spPr>
        <p:txBody>
          <a:bodyPr bIns="0" anchor="b"/>
          <a:lstStyle>
            <a:lvl1pPr>
              <a:defRPr>
                <a:effectLst>
                  <a:glow rad="88900">
                    <a:schemeClr val="tx1">
                      <a:alpha val="60000"/>
                    </a:schemeClr>
                  </a:glow>
                </a:effectLst>
              </a:defRPr>
            </a:lvl1pPr>
          </a:lstStyle>
          <a:p>
            <a:r>
              <a:rPr lang="en-US" smtClean="0"/>
              <a:t>Click to edit Master title style</a:t>
            </a:r>
            <a:endParaRPr lang="en-US" dirty="0"/>
          </a:p>
        </p:txBody>
      </p:sp>
      <p:sp>
        <p:nvSpPr>
          <p:cNvPr id="11" name="Date Placeholder 10"/>
          <p:cNvSpPr>
            <a:spLocks noGrp="1"/>
          </p:cNvSpPr>
          <p:nvPr>
            <p:ph type="dt" sz="half" idx="10"/>
          </p:nvPr>
        </p:nvSpPr>
        <p:spPr bwMode="black"/>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7" name="Slide Number Placeholder 16"/>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9" name="Footer Placeholder 18"/>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457200" y="2020824"/>
            <a:ext cx="8229600" cy="40751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
        <p:nvSpPr>
          <p:cNvPr id="11" name="Date Placeholder 10"/>
          <p:cNvSpPr>
            <a:spLocks noGrp="1"/>
          </p:cNvSpPr>
          <p:nvPr>
            <p:ph type="dt" sz="half" idx="14"/>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5"/>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6"/>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0" y="3922776"/>
            <a:ext cx="9144000" cy="293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0" y="3921760"/>
            <a:ext cx="9144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514600" y="336804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2529052" y="3367246"/>
            <a:ext cx="4085897" cy="706821"/>
          </a:xfrm>
          <a:prstGeom prst="rect">
            <a:avLst/>
          </a:prstGeom>
          <a:noFill/>
          <a:ln w="98425" cmpd="thinThick">
            <a:noFill/>
            <a:miter lim="800000"/>
          </a:ln>
        </p:spPr>
        <p:txBody>
          <a:bodyPr vert="horz" lIns="91440" tIns="45720" rIns="91440" bIns="0" rtlCol="0" anchor="b" anchorCtr="0">
            <a:normAutofit/>
          </a:bodyPr>
          <a:lstStyle>
            <a:lvl1pPr>
              <a:defRPr kumimoji="0" lang="en-US" sz="18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smtClean="0"/>
              <a:t>Click to edit Master title style</a:t>
            </a:r>
            <a:endParaRPr lang="en-US" dirty="0"/>
          </a:p>
        </p:txBody>
      </p:sp>
      <p:sp>
        <p:nvSpPr>
          <p:cNvPr id="10" name="Subtitle 2"/>
          <p:cNvSpPr>
            <a:spLocks noGrp="1"/>
          </p:cNvSpPr>
          <p:nvPr>
            <p:ph type="subTitle" idx="1"/>
          </p:nvPr>
        </p:nvSpPr>
        <p:spPr bwMode="black">
          <a:xfrm>
            <a:off x="2518542" y="4084577"/>
            <a:ext cx="4106917" cy="397094"/>
          </a:xfrm>
        </p:spPr>
        <p:txBody>
          <a:bodyPr tIns="0" anchor="t" anchorCtr="0">
            <a:normAutofit/>
          </a:bodyPr>
          <a:lstStyle>
            <a:lvl1pPr marL="0" indent="0" algn="ctr">
              <a:buNone/>
              <a:defRPr kumimoji="0" lang="en-US" sz="16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3" name="Date Placeholder 12"/>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4" name="Slide Number Placeholder 13"/>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5" name="Footer Placeholder 14"/>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457201"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0"/>
          <p:cNvSpPr>
            <a:spLocks noGrp="1"/>
          </p:cNvSpPr>
          <p:nvPr>
            <p:ph sz="quarter" idx="14"/>
          </p:nvPr>
        </p:nvSpPr>
        <p:spPr>
          <a:xfrm>
            <a:off x="4663440"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p:cNvSpPr>
            <a:spLocks noGrp="1"/>
          </p:cNvSpPr>
          <p:nvPr>
            <p:ph type="dt" sz="half" idx="15"/>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6"/>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7"/>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16" name="Title 1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457201" y="2819400"/>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4" name="Content Placeholder 30"/>
          <p:cNvSpPr>
            <a:spLocks noGrp="1"/>
          </p:cNvSpPr>
          <p:nvPr>
            <p:ph sz="quarter" idx="14"/>
          </p:nvPr>
        </p:nvSpPr>
        <p:spPr>
          <a:xfrm>
            <a:off x="4663440" y="2816352"/>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ext Placeholder 3"/>
          <p:cNvSpPr>
            <a:spLocks noGrp="1"/>
          </p:cNvSpPr>
          <p:nvPr>
            <p:ph type="body" sz="half" idx="2"/>
          </p:nvPr>
        </p:nvSpPr>
        <p:spPr>
          <a:xfrm>
            <a:off x="45720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kern="1200" cap="none" spc="200" baseline="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1" name="Text Placeholder 3"/>
          <p:cNvSpPr>
            <a:spLocks noGrp="1"/>
          </p:cNvSpPr>
          <p:nvPr>
            <p:ph type="body" sz="half" idx="15"/>
          </p:nvPr>
        </p:nvSpPr>
        <p:spPr>
          <a:xfrm>
            <a:off x="466344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i="0" kern="1200" cap="none" spc="200" baseline="0" dirty="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400"/>
              </a:spcBef>
              <a:spcAft>
                <a:spcPts val="0"/>
              </a:spcAft>
              <a:buClr>
                <a:schemeClr val="accent1"/>
              </a:buClr>
              <a:buFontTx/>
              <a:buNone/>
            </a:pPr>
            <a:r>
              <a:rPr lang="en-US" smtClean="0"/>
              <a:t>Click to edit Master text styles</a:t>
            </a:r>
          </a:p>
        </p:txBody>
      </p:sp>
      <p:sp>
        <p:nvSpPr>
          <p:cNvPr id="11" name="Date Placeholder 10"/>
          <p:cNvSpPr>
            <a:spLocks noGrp="1"/>
          </p:cNvSpPr>
          <p:nvPr>
            <p:ph type="dt" sz="half" idx="16"/>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7"/>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8"/>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18" name="Title 1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lang="en-US"/>
          </a:p>
        </p:txBody>
      </p:sp>
      <p:sp>
        <p:nvSpPr>
          <p:cNvPr id="15" name="Date Placeholder 14"/>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6" name="Slide Number Placeholder 15"/>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7" name="Footer Placeholder 16"/>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8" name="Slide Number Placeholder 7"/>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9" name="Footer Placeholder 8"/>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1485900" y="1914525"/>
            <a:ext cx="6172200" cy="35109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3"/>
          <p:cNvSpPr>
            <a:spLocks noGrp="1"/>
          </p:cNvSpPr>
          <p:nvPr>
            <p:ph type="body" sz="half" idx="2"/>
          </p:nvPr>
        </p:nvSpPr>
        <p:spPr>
          <a:xfrm>
            <a:off x="1737360" y="5513832"/>
            <a:ext cx="5669280" cy="548640"/>
          </a:xfrm>
        </p:spPr>
        <p:txBody>
          <a:bodyPr vert="horz" lIns="91440" tIns="0" rIns="91440" bIns="45720" rtlCol="0" anchor="ctr">
            <a:normAutofit/>
          </a:bodyPr>
          <a:lstStyle>
            <a:lvl1pPr marL="0" indent="0" algn="ctr" defTabSz="914400" rtl="0" eaLnBrk="1" latinLnBrk="0" hangingPunct="1">
              <a:lnSpc>
                <a:spcPct val="100000"/>
              </a:lnSpc>
              <a:spcBef>
                <a:spcPts val="0"/>
              </a:spcBef>
              <a:buClr>
                <a:schemeClr val="accent1"/>
              </a:buClr>
              <a:buFont typeface="Arial" pitchFamily="34" charset="0"/>
              <a:buNone/>
              <a:defRPr lang="en-US" sz="1400" b="0" i="0" kern="1200" cap="none" spc="0" baseline="0" smtClean="0">
                <a:solidFill>
                  <a:schemeClr val="tx1"/>
                </a:solidFill>
                <a:latin typeface="+mn-lt"/>
                <a:ea typeface="+mn-ea"/>
                <a:cs typeface="Tahom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6" name="Date Placeholder 15"/>
          <p:cNvSpPr>
            <a:spLocks noGrp="1"/>
          </p:cNvSpPr>
          <p:nvPr>
            <p:ph type="dt" sz="half" idx="15"/>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9" name="Slide Number Placeholder 18"/>
          <p:cNvSpPr>
            <a:spLocks noGrp="1"/>
          </p:cNvSpPr>
          <p:nvPr>
            <p:ph type="sldNum" sz="quarter" idx="16"/>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23" name="Footer Placeholder 22"/>
          <p:cNvSpPr>
            <a:spLocks noGrp="1"/>
          </p:cNvSpPr>
          <p:nvPr>
            <p:ph type="ftr" sz="quarter" idx="17"/>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52209" y="2026918"/>
            <a:ext cx="5439582" cy="3263750"/>
          </a:xfrm>
          <a:solidFill>
            <a:schemeClr val="tx1"/>
          </a:solidFill>
          <a:ln w="69850" cmpd="dbl">
            <a:solidFill>
              <a:schemeClr val="tx1"/>
            </a:solid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0" kern="1200" cap="none" spc="0" baseline="0" dirty="0">
                <a:solidFill>
                  <a:schemeClr val="bg1"/>
                </a:solidFill>
                <a:latin typeface="+mj-lt"/>
                <a:ea typeface="+mj-ea"/>
                <a:cs typeface="Tunga" pitchFamily="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1737360" y="5516880"/>
            <a:ext cx="5669280" cy="548640"/>
          </a:xfrm>
        </p:spPr>
        <p:txBody>
          <a:bodyPr vert="horz" lIns="91440" tIns="0" rIns="91440" bIns="0" rtlCol="0" anchor="ctr" anchorCtr="0">
            <a:normAutofit/>
          </a:bodyPr>
          <a:lstStyle>
            <a:lvl1pPr marL="0" indent="0">
              <a:spcBef>
                <a:spcPts val="0"/>
              </a:spcBef>
              <a:buNone/>
              <a:defRPr lang="en-US" sz="1400" b="0" i="0" kern="1200" cap="none" spc="30" baseline="0" smtClean="0">
                <a:solidFill>
                  <a:schemeClr val="tx2"/>
                </a:solidFill>
                <a:latin typeface="+mn-lt"/>
                <a:ea typeface="+mn-ea"/>
                <a:cs typeface="Tahoma" pitchFamily="34" charset="0"/>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marL="0" lvl="0" indent="0" algn="ctr" defTabSz="914400" rtl="0" eaLnBrk="1" latinLnBrk="0" hangingPunct="1">
              <a:spcBef>
                <a:spcPts val="600"/>
              </a:spcBef>
              <a:spcAft>
                <a:spcPts val="0"/>
              </a:spcAft>
              <a:buClr>
                <a:schemeClr val="accent1"/>
              </a:buClr>
              <a:buFont typeface="Arial" pitchFamily="34" charset="0"/>
              <a:buNone/>
            </a:pPr>
            <a:r>
              <a:rPr lang="en-US" smtClean="0"/>
              <a:t>Click to edit Master text styles</a:t>
            </a:r>
          </a:p>
        </p:txBody>
      </p:sp>
      <p:sp>
        <p:nvSpPr>
          <p:cNvPr id="12" name="Title 11"/>
          <p:cNvSpPr>
            <a:spLocks noGrp="1"/>
          </p:cNvSpPr>
          <p:nvPr>
            <p:ph type="title"/>
          </p:nvPr>
        </p:nvSpPr>
        <p:spPr>
          <a:xfrm>
            <a:off x="2514600" y="975360"/>
            <a:ext cx="4114800" cy="701040"/>
          </a:xfrm>
        </p:spPr>
        <p:txBody>
          <a:bodyPr/>
          <a:lstStyle/>
          <a:p>
            <a:r>
              <a:rPr lang="en-US" smtClean="0"/>
              <a:t>Click to edit Master title style</a:t>
            </a:r>
            <a:endParaRPr lang="en-US"/>
          </a:p>
        </p:txBody>
      </p:sp>
      <p:sp>
        <p:nvSpPr>
          <p:cNvPr id="13" name="Date Placeholder 12"/>
          <p:cNvSpPr>
            <a:spLocks noGrp="1"/>
          </p:cNvSpPr>
          <p:nvPr>
            <p:ph type="dt" sz="half" idx="14"/>
          </p:nvPr>
        </p:nvSpPr>
        <p:spPr>
          <a:xfrm>
            <a:off x="2981325" y="273180"/>
            <a:ext cx="3181350" cy="292100"/>
          </a:xfrm>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4" name="Slide Number Placeholder 13"/>
          <p:cNvSpPr>
            <a:spLocks noGrp="1"/>
          </p:cNvSpPr>
          <p:nvPr>
            <p:ph type="sldNum" sz="quarter" idx="15"/>
          </p:nvPr>
        </p:nvSpPr>
        <p:spPr>
          <a:xfrm>
            <a:off x="4038600" y="6172200"/>
            <a:ext cx="1066800" cy="304800"/>
          </a:xfrm>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5" name="Footer Placeholder 14"/>
          <p:cNvSpPr>
            <a:spLocks noGrp="1"/>
          </p:cNvSpPr>
          <p:nvPr>
            <p:ph type="ftr" sz="quarter" idx="16"/>
          </p:nvPr>
        </p:nvSpPr>
        <p:spPr>
          <a:xfrm>
            <a:off x="1447800" y="6486525"/>
            <a:ext cx="6248400" cy="292100"/>
          </a:xfrm>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4267200" y="3429000"/>
            <a:ext cx="6858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1"/>
            <a:ext cx="7696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p:cNvSpPr>
            <a:spLocks noGrp="1"/>
          </p:cNvSpPr>
          <p:nvPr>
            <p:ph type="body" orient="vert" idx="1"/>
          </p:nvPr>
        </p:nvSpPr>
        <p:spPr>
          <a:xfrm>
            <a:off x="457200" y="914401"/>
            <a:ext cx="6629400" cy="5029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2" name="Vertical Title 1"/>
          <p:cNvSpPr>
            <a:spLocks noGrp="1"/>
          </p:cNvSpPr>
          <p:nvPr>
            <p:ph type="title" orient="vert"/>
          </p:nvPr>
        </p:nvSpPr>
        <p:spPr>
          <a:xfrm>
            <a:off x="7239000" y="914401"/>
            <a:ext cx="926980" cy="5029200"/>
          </a:xfrm>
        </p:spPr>
        <p:txBody>
          <a:bodyPr vert="eaVert"/>
          <a:lstStyle/>
          <a:p>
            <a:r>
              <a:rPr lang="en-US" smtClean="0"/>
              <a:t>Click to edit Master title style</a:t>
            </a: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9144000" cy="2933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0" y="2925286"/>
            <a:ext cx="914400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514600" y="236220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3" name="Subtitle 2"/>
          <p:cNvSpPr>
            <a:spLocks noGrp="1"/>
          </p:cNvSpPr>
          <p:nvPr>
            <p:ph type="subTitle" idx="1"/>
          </p:nvPr>
        </p:nvSpPr>
        <p:spPr>
          <a:xfrm>
            <a:off x="2565400" y="3045460"/>
            <a:ext cx="4013200" cy="428625"/>
          </a:xfrm>
        </p:spPr>
        <p:txBody>
          <a:bodyPr tIns="0" anchor="t">
            <a:noAutofit/>
          </a:bodyPr>
          <a:lstStyle>
            <a:lvl1pPr marL="0" indent="0" algn="ctr">
              <a:buNone/>
              <a:defRPr sz="1600" b="0" i="0" cap="none" spc="0" baseline="0">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2" name="Title 11"/>
          <p:cNvSpPr>
            <a:spLocks noGrp="1"/>
          </p:cNvSpPr>
          <p:nvPr>
            <p:ph type="title"/>
          </p:nvPr>
        </p:nvSpPr>
        <p:spPr>
          <a:xfrm>
            <a:off x="2565400" y="2397760"/>
            <a:ext cx="4013200" cy="599440"/>
          </a:xfrm>
          <a:noFill/>
          <a:ln>
            <a:noFill/>
          </a:ln>
        </p:spPr>
        <p:txBody>
          <a:bodyPr bIns="0" anchor="b"/>
          <a:lstStyle>
            <a:lvl1pPr>
              <a:defRPr>
                <a:effectLst>
                  <a:glow rad="88900">
                    <a:schemeClr val="tx1">
                      <a:alpha val="60000"/>
                    </a:schemeClr>
                  </a:glow>
                </a:effectLst>
              </a:defRPr>
            </a:lvl1pPr>
          </a:lstStyle>
          <a:p>
            <a:r>
              <a:rPr lang="en-US" smtClean="0"/>
              <a:t>Click to edit Master title style</a:t>
            </a:r>
            <a:endParaRPr lang="en-US" dirty="0"/>
          </a:p>
        </p:txBody>
      </p:sp>
      <p:sp>
        <p:nvSpPr>
          <p:cNvPr id="11" name="Date Placeholder 10"/>
          <p:cNvSpPr>
            <a:spLocks noGrp="1"/>
          </p:cNvSpPr>
          <p:nvPr>
            <p:ph type="dt" sz="half" idx="10"/>
          </p:nvPr>
        </p:nvSpPr>
        <p:spPr bwMode="black"/>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7" name="Slide Number Placeholder 16"/>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9" name="Footer Placeholder 18"/>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457200" y="2020824"/>
            <a:ext cx="8229600" cy="40751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
        <p:nvSpPr>
          <p:cNvPr id="11" name="Date Placeholder 10"/>
          <p:cNvSpPr>
            <a:spLocks noGrp="1"/>
          </p:cNvSpPr>
          <p:nvPr>
            <p:ph type="dt" sz="half" idx="14"/>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5"/>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6"/>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0" y="3922776"/>
            <a:ext cx="9144000" cy="293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0" y="3921760"/>
            <a:ext cx="9144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514600" y="336804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2529052" y="3367246"/>
            <a:ext cx="4085897" cy="706821"/>
          </a:xfrm>
          <a:prstGeom prst="rect">
            <a:avLst/>
          </a:prstGeom>
          <a:noFill/>
          <a:ln w="98425" cmpd="thinThick">
            <a:noFill/>
            <a:miter lim="800000"/>
          </a:ln>
        </p:spPr>
        <p:txBody>
          <a:bodyPr vert="horz" lIns="91440" tIns="45720" rIns="91440" bIns="0" rtlCol="0" anchor="b" anchorCtr="0">
            <a:normAutofit/>
          </a:bodyPr>
          <a:lstStyle>
            <a:lvl1pPr>
              <a:defRPr kumimoji="0" lang="en-US" sz="18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smtClean="0"/>
              <a:t>Click to edit Master title style</a:t>
            </a:r>
            <a:endParaRPr lang="en-US" dirty="0"/>
          </a:p>
        </p:txBody>
      </p:sp>
      <p:sp>
        <p:nvSpPr>
          <p:cNvPr id="10" name="Subtitle 2"/>
          <p:cNvSpPr>
            <a:spLocks noGrp="1"/>
          </p:cNvSpPr>
          <p:nvPr>
            <p:ph type="subTitle" idx="1"/>
          </p:nvPr>
        </p:nvSpPr>
        <p:spPr bwMode="black">
          <a:xfrm>
            <a:off x="2518542" y="4084577"/>
            <a:ext cx="4106917" cy="397094"/>
          </a:xfrm>
        </p:spPr>
        <p:txBody>
          <a:bodyPr tIns="0" anchor="t" anchorCtr="0">
            <a:normAutofit/>
          </a:bodyPr>
          <a:lstStyle>
            <a:lvl1pPr marL="0" indent="0" algn="ctr">
              <a:buNone/>
              <a:defRPr kumimoji="0" lang="en-US" sz="16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3" name="Date Placeholder 12"/>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4" name="Slide Number Placeholder 13"/>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5" name="Footer Placeholder 14"/>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457201"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0"/>
          <p:cNvSpPr>
            <a:spLocks noGrp="1"/>
          </p:cNvSpPr>
          <p:nvPr>
            <p:ph sz="quarter" idx="14"/>
          </p:nvPr>
        </p:nvSpPr>
        <p:spPr>
          <a:xfrm>
            <a:off x="4663440"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p:cNvSpPr>
            <a:spLocks noGrp="1"/>
          </p:cNvSpPr>
          <p:nvPr>
            <p:ph type="dt" sz="half" idx="15"/>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6"/>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7"/>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16" name="Title 1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457201" y="2819400"/>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4" name="Content Placeholder 30"/>
          <p:cNvSpPr>
            <a:spLocks noGrp="1"/>
          </p:cNvSpPr>
          <p:nvPr>
            <p:ph sz="quarter" idx="14"/>
          </p:nvPr>
        </p:nvSpPr>
        <p:spPr>
          <a:xfrm>
            <a:off x="4663440" y="2816352"/>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ext Placeholder 3"/>
          <p:cNvSpPr>
            <a:spLocks noGrp="1"/>
          </p:cNvSpPr>
          <p:nvPr>
            <p:ph type="body" sz="half" idx="2"/>
          </p:nvPr>
        </p:nvSpPr>
        <p:spPr>
          <a:xfrm>
            <a:off x="45720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kern="1200" cap="none" spc="200" baseline="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1" name="Text Placeholder 3"/>
          <p:cNvSpPr>
            <a:spLocks noGrp="1"/>
          </p:cNvSpPr>
          <p:nvPr>
            <p:ph type="body" sz="half" idx="15"/>
          </p:nvPr>
        </p:nvSpPr>
        <p:spPr>
          <a:xfrm>
            <a:off x="466344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i="0" kern="1200" cap="none" spc="200" baseline="0" dirty="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400"/>
              </a:spcBef>
              <a:spcAft>
                <a:spcPts val="0"/>
              </a:spcAft>
              <a:buClr>
                <a:schemeClr val="accent1"/>
              </a:buClr>
              <a:buFontTx/>
              <a:buNone/>
            </a:pPr>
            <a:r>
              <a:rPr lang="en-US" smtClean="0"/>
              <a:t>Click to edit Master text styles</a:t>
            </a:r>
          </a:p>
        </p:txBody>
      </p:sp>
      <p:sp>
        <p:nvSpPr>
          <p:cNvPr id="11" name="Date Placeholder 10"/>
          <p:cNvSpPr>
            <a:spLocks noGrp="1"/>
          </p:cNvSpPr>
          <p:nvPr>
            <p:ph type="dt" sz="half" idx="16"/>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7"/>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8"/>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18" name="Title 1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lang="en-US"/>
          </a:p>
        </p:txBody>
      </p:sp>
      <p:sp>
        <p:nvSpPr>
          <p:cNvPr id="15" name="Date Placeholder 14"/>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6" name="Slide Number Placeholder 15"/>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7" name="Footer Placeholder 16"/>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8" name="Slide Number Placeholder 7"/>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9" name="Footer Placeholder 8"/>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1485900" y="1914525"/>
            <a:ext cx="6172200" cy="35109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3"/>
          <p:cNvSpPr>
            <a:spLocks noGrp="1"/>
          </p:cNvSpPr>
          <p:nvPr>
            <p:ph type="body" sz="half" idx="2"/>
          </p:nvPr>
        </p:nvSpPr>
        <p:spPr>
          <a:xfrm>
            <a:off x="1737360" y="5513832"/>
            <a:ext cx="5669280" cy="548640"/>
          </a:xfrm>
        </p:spPr>
        <p:txBody>
          <a:bodyPr vert="horz" lIns="91440" tIns="0" rIns="91440" bIns="45720" rtlCol="0" anchor="ctr">
            <a:normAutofit/>
          </a:bodyPr>
          <a:lstStyle>
            <a:lvl1pPr marL="0" indent="0" algn="ctr" defTabSz="914400" rtl="0" eaLnBrk="1" latinLnBrk="0" hangingPunct="1">
              <a:lnSpc>
                <a:spcPct val="100000"/>
              </a:lnSpc>
              <a:spcBef>
                <a:spcPts val="0"/>
              </a:spcBef>
              <a:buClr>
                <a:schemeClr val="accent1"/>
              </a:buClr>
              <a:buFont typeface="Arial" pitchFamily="34" charset="0"/>
              <a:buNone/>
              <a:defRPr lang="en-US" sz="1400" b="0" i="0" kern="1200" cap="none" spc="0" baseline="0" smtClean="0">
                <a:solidFill>
                  <a:schemeClr val="tx1"/>
                </a:solidFill>
                <a:latin typeface="+mn-lt"/>
                <a:ea typeface="+mn-ea"/>
                <a:cs typeface="Tahom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6" name="Date Placeholder 15"/>
          <p:cNvSpPr>
            <a:spLocks noGrp="1"/>
          </p:cNvSpPr>
          <p:nvPr>
            <p:ph type="dt" sz="half" idx="15"/>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9" name="Slide Number Placeholder 18"/>
          <p:cNvSpPr>
            <a:spLocks noGrp="1"/>
          </p:cNvSpPr>
          <p:nvPr>
            <p:ph type="sldNum" sz="quarter" idx="16"/>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23" name="Footer Placeholder 22"/>
          <p:cNvSpPr>
            <a:spLocks noGrp="1"/>
          </p:cNvSpPr>
          <p:nvPr>
            <p:ph type="ftr" sz="quarter" idx="17"/>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52209" y="2026918"/>
            <a:ext cx="5439582" cy="3263750"/>
          </a:xfrm>
          <a:solidFill>
            <a:schemeClr val="tx1"/>
          </a:solidFill>
          <a:ln w="69850" cmpd="dbl">
            <a:solidFill>
              <a:schemeClr val="tx1"/>
            </a:solid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0" kern="1200" cap="none" spc="0" baseline="0" dirty="0">
                <a:solidFill>
                  <a:schemeClr val="bg1"/>
                </a:solidFill>
                <a:latin typeface="+mj-lt"/>
                <a:ea typeface="+mj-ea"/>
                <a:cs typeface="Tunga" pitchFamily="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1737360" y="5516880"/>
            <a:ext cx="5669280" cy="548640"/>
          </a:xfrm>
        </p:spPr>
        <p:txBody>
          <a:bodyPr vert="horz" lIns="91440" tIns="0" rIns="91440" bIns="0" rtlCol="0" anchor="ctr" anchorCtr="0">
            <a:normAutofit/>
          </a:bodyPr>
          <a:lstStyle>
            <a:lvl1pPr marL="0" indent="0">
              <a:spcBef>
                <a:spcPts val="0"/>
              </a:spcBef>
              <a:buNone/>
              <a:defRPr lang="en-US" sz="1400" b="0" i="0" kern="1200" cap="none" spc="30" baseline="0" smtClean="0">
                <a:solidFill>
                  <a:schemeClr val="tx2"/>
                </a:solidFill>
                <a:latin typeface="+mn-lt"/>
                <a:ea typeface="+mn-ea"/>
                <a:cs typeface="Tahoma" pitchFamily="34" charset="0"/>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marL="0" lvl="0" indent="0" algn="ctr" defTabSz="914400" rtl="0" eaLnBrk="1" latinLnBrk="0" hangingPunct="1">
              <a:spcBef>
                <a:spcPts val="600"/>
              </a:spcBef>
              <a:spcAft>
                <a:spcPts val="0"/>
              </a:spcAft>
              <a:buClr>
                <a:schemeClr val="accent1"/>
              </a:buClr>
              <a:buFont typeface="Arial" pitchFamily="34" charset="0"/>
              <a:buNone/>
            </a:pPr>
            <a:r>
              <a:rPr lang="en-US" smtClean="0"/>
              <a:t>Click to edit Master text styles</a:t>
            </a:r>
          </a:p>
        </p:txBody>
      </p:sp>
      <p:sp>
        <p:nvSpPr>
          <p:cNvPr id="12" name="Title 11"/>
          <p:cNvSpPr>
            <a:spLocks noGrp="1"/>
          </p:cNvSpPr>
          <p:nvPr>
            <p:ph type="title"/>
          </p:nvPr>
        </p:nvSpPr>
        <p:spPr>
          <a:xfrm>
            <a:off x="2514600" y="975360"/>
            <a:ext cx="4114800" cy="701040"/>
          </a:xfrm>
        </p:spPr>
        <p:txBody>
          <a:bodyPr/>
          <a:lstStyle/>
          <a:p>
            <a:r>
              <a:rPr lang="en-US" smtClean="0"/>
              <a:t>Click to edit Master title style</a:t>
            </a:r>
            <a:endParaRPr lang="en-US"/>
          </a:p>
        </p:txBody>
      </p:sp>
      <p:sp>
        <p:nvSpPr>
          <p:cNvPr id="13" name="Date Placeholder 12"/>
          <p:cNvSpPr>
            <a:spLocks noGrp="1"/>
          </p:cNvSpPr>
          <p:nvPr>
            <p:ph type="dt" sz="half" idx="14"/>
          </p:nvPr>
        </p:nvSpPr>
        <p:spPr>
          <a:xfrm>
            <a:off x="2981325" y="273180"/>
            <a:ext cx="3181350" cy="292100"/>
          </a:xfrm>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4" name="Slide Number Placeholder 13"/>
          <p:cNvSpPr>
            <a:spLocks noGrp="1"/>
          </p:cNvSpPr>
          <p:nvPr>
            <p:ph type="sldNum" sz="quarter" idx="15"/>
          </p:nvPr>
        </p:nvSpPr>
        <p:spPr>
          <a:xfrm>
            <a:off x="4038600" y="6172200"/>
            <a:ext cx="1066800" cy="304800"/>
          </a:xfrm>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5" name="Footer Placeholder 14"/>
          <p:cNvSpPr>
            <a:spLocks noGrp="1"/>
          </p:cNvSpPr>
          <p:nvPr>
            <p:ph type="ftr" sz="quarter" idx="16"/>
          </p:nvPr>
        </p:nvSpPr>
        <p:spPr>
          <a:xfrm>
            <a:off x="1447800" y="6486525"/>
            <a:ext cx="6248400" cy="292100"/>
          </a:xfrm>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4267200" y="3429000"/>
            <a:ext cx="6858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1"/>
            <a:ext cx="7696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p:cNvSpPr>
            <a:spLocks noGrp="1"/>
          </p:cNvSpPr>
          <p:nvPr>
            <p:ph type="body" orient="vert" idx="1"/>
          </p:nvPr>
        </p:nvSpPr>
        <p:spPr>
          <a:xfrm>
            <a:off x="457200" y="914401"/>
            <a:ext cx="6629400" cy="5029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2" name="Vertical Title 1"/>
          <p:cNvSpPr>
            <a:spLocks noGrp="1"/>
          </p:cNvSpPr>
          <p:nvPr>
            <p:ph type="title" orient="vert"/>
          </p:nvPr>
        </p:nvSpPr>
        <p:spPr>
          <a:xfrm>
            <a:off x="7239000" y="914401"/>
            <a:ext cx="926980" cy="5029200"/>
          </a:xfrm>
        </p:spPr>
        <p:txBody>
          <a:bodyPr vert="eaVert"/>
          <a:lstStyle/>
          <a:p>
            <a:r>
              <a:rPr lang="en-US" smtClean="0"/>
              <a:t>Click to edit Master title style</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9144000" cy="2933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0" y="2925286"/>
            <a:ext cx="914400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514600" y="236220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3" name="Subtitle 2"/>
          <p:cNvSpPr>
            <a:spLocks noGrp="1"/>
          </p:cNvSpPr>
          <p:nvPr>
            <p:ph type="subTitle" idx="1"/>
          </p:nvPr>
        </p:nvSpPr>
        <p:spPr>
          <a:xfrm>
            <a:off x="2565400" y="3045460"/>
            <a:ext cx="4013200" cy="428625"/>
          </a:xfrm>
        </p:spPr>
        <p:txBody>
          <a:bodyPr tIns="0" anchor="t">
            <a:noAutofit/>
          </a:bodyPr>
          <a:lstStyle>
            <a:lvl1pPr marL="0" indent="0" algn="ctr">
              <a:buNone/>
              <a:defRPr sz="1600" b="0" i="0" cap="none" spc="0" baseline="0">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2" name="Title 11"/>
          <p:cNvSpPr>
            <a:spLocks noGrp="1"/>
          </p:cNvSpPr>
          <p:nvPr>
            <p:ph type="title"/>
          </p:nvPr>
        </p:nvSpPr>
        <p:spPr>
          <a:xfrm>
            <a:off x="2565400" y="2397760"/>
            <a:ext cx="4013200" cy="599440"/>
          </a:xfrm>
          <a:noFill/>
          <a:ln>
            <a:noFill/>
          </a:ln>
        </p:spPr>
        <p:txBody>
          <a:bodyPr bIns="0" anchor="b"/>
          <a:lstStyle>
            <a:lvl1pPr>
              <a:defRPr>
                <a:effectLst>
                  <a:glow rad="88900">
                    <a:schemeClr val="tx1">
                      <a:alpha val="60000"/>
                    </a:schemeClr>
                  </a:glow>
                </a:effectLst>
              </a:defRPr>
            </a:lvl1pPr>
          </a:lstStyle>
          <a:p>
            <a:r>
              <a:rPr lang="en-US" smtClean="0"/>
              <a:t>Click to edit Master title style</a:t>
            </a:r>
            <a:endParaRPr lang="en-US" dirty="0"/>
          </a:p>
        </p:txBody>
      </p:sp>
      <p:sp>
        <p:nvSpPr>
          <p:cNvPr id="11" name="Date Placeholder 10"/>
          <p:cNvSpPr>
            <a:spLocks noGrp="1"/>
          </p:cNvSpPr>
          <p:nvPr>
            <p:ph type="dt" sz="half" idx="10"/>
          </p:nvPr>
        </p:nvSpPr>
        <p:spPr bwMode="black"/>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7" name="Slide Number Placeholder 16"/>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9" name="Footer Placeholder 18"/>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457200" y="2020824"/>
            <a:ext cx="8229600" cy="40751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
        <p:nvSpPr>
          <p:cNvPr id="11" name="Date Placeholder 10"/>
          <p:cNvSpPr>
            <a:spLocks noGrp="1"/>
          </p:cNvSpPr>
          <p:nvPr>
            <p:ph type="dt" sz="half" idx="14"/>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5"/>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6"/>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0" y="3922776"/>
            <a:ext cx="9144000" cy="293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0" y="3921760"/>
            <a:ext cx="9144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514600" y="336804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2529052" y="3367246"/>
            <a:ext cx="4085897" cy="706821"/>
          </a:xfrm>
          <a:prstGeom prst="rect">
            <a:avLst/>
          </a:prstGeom>
          <a:noFill/>
          <a:ln w="98425" cmpd="thinThick">
            <a:noFill/>
            <a:miter lim="800000"/>
          </a:ln>
        </p:spPr>
        <p:txBody>
          <a:bodyPr vert="horz" lIns="91440" tIns="45720" rIns="91440" bIns="0" rtlCol="0" anchor="b" anchorCtr="0">
            <a:normAutofit/>
          </a:bodyPr>
          <a:lstStyle>
            <a:lvl1pPr>
              <a:defRPr kumimoji="0" lang="en-US" sz="18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smtClean="0"/>
              <a:t>Click to edit Master title style</a:t>
            </a:r>
            <a:endParaRPr lang="en-US" dirty="0"/>
          </a:p>
        </p:txBody>
      </p:sp>
      <p:sp>
        <p:nvSpPr>
          <p:cNvPr id="10" name="Subtitle 2"/>
          <p:cNvSpPr>
            <a:spLocks noGrp="1"/>
          </p:cNvSpPr>
          <p:nvPr>
            <p:ph type="subTitle" idx="1"/>
          </p:nvPr>
        </p:nvSpPr>
        <p:spPr bwMode="black">
          <a:xfrm>
            <a:off x="2518542" y="4084577"/>
            <a:ext cx="4106917" cy="397094"/>
          </a:xfrm>
        </p:spPr>
        <p:txBody>
          <a:bodyPr tIns="0" anchor="t" anchorCtr="0">
            <a:normAutofit/>
          </a:bodyPr>
          <a:lstStyle>
            <a:lvl1pPr marL="0" indent="0" algn="ctr">
              <a:buNone/>
              <a:defRPr kumimoji="0" lang="en-US" sz="16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3" name="Date Placeholder 12"/>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4" name="Slide Number Placeholder 13"/>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5" name="Footer Placeholder 14"/>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457201"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0"/>
          <p:cNvSpPr>
            <a:spLocks noGrp="1"/>
          </p:cNvSpPr>
          <p:nvPr>
            <p:ph sz="quarter" idx="14"/>
          </p:nvPr>
        </p:nvSpPr>
        <p:spPr>
          <a:xfrm>
            <a:off x="4663440"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p:cNvSpPr>
            <a:spLocks noGrp="1"/>
          </p:cNvSpPr>
          <p:nvPr>
            <p:ph type="dt" sz="half" idx="15"/>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6"/>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7"/>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16" name="Title 1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457201" y="2819400"/>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4" name="Content Placeholder 30"/>
          <p:cNvSpPr>
            <a:spLocks noGrp="1"/>
          </p:cNvSpPr>
          <p:nvPr>
            <p:ph sz="quarter" idx="14"/>
          </p:nvPr>
        </p:nvSpPr>
        <p:spPr>
          <a:xfrm>
            <a:off x="4663440" y="2816352"/>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ext Placeholder 3"/>
          <p:cNvSpPr>
            <a:spLocks noGrp="1"/>
          </p:cNvSpPr>
          <p:nvPr>
            <p:ph type="body" sz="half" idx="2"/>
          </p:nvPr>
        </p:nvSpPr>
        <p:spPr>
          <a:xfrm>
            <a:off x="45720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kern="1200" cap="none" spc="200" baseline="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1" name="Text Placeholder 3"/>
          <p:cNvSpPr>
            <a:spLocks noGrp="1"/>
          </p:cNvSpPr>
          <p:nvPr>
            <p:ph type="body" sz="half" idx="15"/>
          </p:nvPr>
        </p:nvSpPr>
        <p:spPr>
          <a:xfrm>
            <a:off x="466344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i="0" kern="1200" cap="none" spc="200" baseline="0" dirty="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400"/>
              </a:spcBef>
              <a:spcAft>
                <a:spcPts val="0"/>
              </a:spcAft>
              <a:buClr>
                <a:schemeClr val="accent1"/>
              </a:buClr>
              <a:buFontTx/>
              <a:buNone/>
            </a:pPr>
            <a:r>
              <a:rPr lang="en-US" smtClean="0"/>
              <a:t>Click to edit Master text styles</a:t>
            </a:r>
          </a:p>
        </p:txBody>
      </p:sp>
      <p:sp>
        <p:nvSpPr>
          <p:cNvPr id="11" name="Date Placeholder 10"/>
          <p:cNvSpPr>
            <a:spLocks noGrp="1"/>
          </p:cNvSpPr>
          <p:nvPr>
            <p:ph type="dt" sz="half" idx="16"/>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2" name="Slide Number Placeholder 11"/>
          <p:cNvSpPr>
            <a:spLocks noGrp="1"/>
          </p:cNvSpPr>
          <p:nvPr>
            <p:ph type="sldNum" sz="quarter" idx="17"/>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3" name="Footer Placeholder 12"/>
          <p:cNvSpPr>
            <a:spLocks noGrp="1"/>
          </p:cNvSpPr>
          <p:nvPr>
            <p:ph type="ftr" sz="quarter" idx="18"/>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18" name="Title 1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lang="en-US"/>
          </a:p>
        </p:txBody>
      </p:sp>
      <p:sp>
        <p:nvSpPr>
          <p:cNvPr id="15" name="Date Placeholder 14"/>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6" name="Slide Number Placeholder 15"/>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7" name="Footer Placeholder 16"/>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8" name="Slide Number Placeholder 7"/>
          <p:cNvSpPr>
            <a:spLocks noGrp="1"/>
          </p:cNvSpPr>
          <p:nvPr>
            <p:ph type="sldNum" sz="quarter" idx="11"/>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9" name="Footer Placeholder 8"/>
          <p:cNvSpPr>
            <a:spLocks noGrp="1"/>
          </p:cNvSpPr>
          <p:nvPr>
            <p:ph type="ftr" sz="quarter" idx="12"/>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1485900" y="1914525"/>
            <a:ext cx="6172200" cy="35109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3"/>
          <p:cNvSpPr>
            <a:spLocks noGrp="1"/>
          </p:cNvSpPr>
          <p:nvPr>
            <p:ph type="body" sz="half" idx="2"/>
          </p:nvPr>
        </p:nvSpPr>
        <p:spPr>
          <a:xfrm>
            <a:off x="1737360" y="5513832"/>
            <a:ext cx="5669280" cy="548640"/>
          </a:xfrm>
        </p:spPr>
        <p:txBody>
          <a:bodyPr vert="horz" lIns="91440" tIns="0" rIns="91440" bIns="45720" rtlCol="0" anchor="ctr">
            <a:normAutofit/>
          </a:bodyPr>
          <a:lstStyle>
            <a:lvl1pPr marL="0" indent="0" algn="ctr" defTabSz="914400" rtl="0" eaLnBrk="1" latinLnBrk="0" hangingPunct="1">
              <a:lnSpc>
                <a:spcPct val="100000"/>
              </a:lnSpc>
              <a:spcBef>
                <a:spcPts val="0"/>
              </a:spcBef>
              <a:buClr>
                <a:schemeClr val="accent1"/>
              </a:buClr>
              <a:buFont typeface="Arial" pitchFamily="34" charset="0"/>
              <a:buNone/>
              <a:defRPr lang="en-US" sz="1400" b="0" i="0" kern="1200" cap="none" spc="0" baseline="0" smtClean="0">
                <a:solidFill>
                  <a:schemeClr val="tx1"/>
                </a:solidFill>
                <a:latin typeface="+mn-lt"/>
                <a:ea typeface="+mn-ea"/>
                <a:cs typeface="Tahom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6" name="Date Placeholder 15"/>
          <p:cNvSpPr>
            <a:spLocks noGrp="1"/>
          </p:cNvSpPr>
          <p:nvPr>
            <p:ph type="dt" sz="half" idx="15"/>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9" name="Slide Number Placeholder 18"/>
          <p:cNvSpPr>
            <a:spLocks noGrp="1"/>
          </p:cNvSpPr>
          <p:nvPr>
            <p:ph type="sldNum" sz="quarter" idx="16"/>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23" name="Footer Placeholder 22"/>
          <p:cNvSpPr>
            <a:spLocks noGrp="1"/>
          </p:cNvSpPr>
          <p:nvPr>
            <p:ph type="ftr" sz="quarter" idx="17"/>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52209" y="2026918"/>
            <a:ext cx="5439582" cy="3263750"/>
          </a:xfrm>
          <a:solidFill>
            <a:schemeClr val="tx1"/>
          </a:solidFill>
          <a:ln w="69850" cmpd="dbl">
            <a:solidFill>
              <a:schemeClr val="tx1"/>
            </a:solid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0" kern="1200" cap="none" spc="0" baseline="0" dirty="0">
                <a:solidFill>
                  <a:schemeClr val="bg1"/>
                </a:solidFill>
                <a:latin typeface="+mj-lt"/>
                <a:ea typeface="+mj-ea"/>
                <a:cs typeface="Tunga" pitchFamily="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1737360" y="5516880"/>
            <a:ext cx="5669280" cy="548640"/>
          </a:xfrm>
        </p:spPr>
        <p:txBody>
          <a:bodyPr vert="horz" lIns="91440" tIns="0" rIns="91440" bIns="0" rtlCol="0" anchor="ctr" anchorCtr="0">
            <a:normAutofit/>
          </a:bodyPr>
          <a:lstStyle>
            <a:lvl1pPr marL="0" indent="0">
              <a:spcBef>
                <a:spcPts val="0"/>
              </a:spcBef>
              <a:buNone/>
              <a:defRPr lang="en-US" sz="1400" b="0" i="0" kern="1200" cap="none" spc="30" baseline="0" smtClean="0">
                <a:solidFill>
                  <a:schemeClr val="tx2"/>
                </a:solidFill>
                <a:latin typeface="+mn-lt"/>
                <a:ea typeface="+mn-ea"/>
                <a:cs typeface="Tahoma" pitchFamily="34" charset="0"/>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marL="0" lvl="0" indent="0" algn="ctr" defTabSz="914400" rtl="0" eaLnBrk="1" latinLnBrk="0" hangingPunct="1">
              <a:spcBef>
                <a:spcPts val="600"/>
              </a:spcBef>
              <a:spcAft>
                <a:spcPts val="0"/>
              </a:spcAft>
              <a:buClr>
                <a:schemeClr val="accent1"/>
              </a:buClr>
              <a:buFont typeface="Arial" pitchFamily="34" charset="0"/>
              <a:buNone/>
            </a:pPr>
            <a:r>
              <a:rPr lang="en-US" smtClean="0"/>
              <a:t>Click to edit Master text styles</a:t>
            </a:r>
          </a:p>
        </p:txBody>
      </p:sp>
      <p:sp>
        <p:nvSpPr>
          <p:cNvPr id="12" name="Title 11"/>
          <p:cNvSpPr>
            <a:spLocks noGrp="1"/>
          </p:cNvSpPr>
          <p:nvPr>
            <p:ph type="title"/>
          </p:nvPr>
        </p:nvSpPr>
        <p:spPr>
          <a:xfrm>
            <a:off x="2514600" y="975360"/>
            <a:ext cx="4114800" cy="701040"/>
          </a:xfrm>
        </p:spPr>
        <p:txBody>
          <a:bodyPr/>
          <a:lstStyle/>
          <a:p>
            <a:r>
              <a:rPr lang="en-US" smtClean="0"/>
              <a:t>Click to edit Master title style</a:t>
            </a:r>
            <a:endParaRPr lang="en-US"/>
          </a:p>
        </p:txBody>
      </p:sp>
      <p:sp>
        <p:nvSpPr>
          <p:cNvPr id="13" name="Date Placeholder 12"/>
          <p:cNvSpPr>
            <a:spLocks noGrp="1"/>
          </p:cNvSpPr>
          <p:nvPr>
            <p:ph type="dt" sz="half" idx="14"/>
          </p:nvPr>
        </p:nvSpPr>
        <p:spPr>
          <a:xfrm>
            <a:off x="2981325" y="273180"/>
            <a:ext cx="3181350" cy="292100"/>
          </a:xfrm>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14" name="Slide Number Placeholder 13"/>
          <p:cNvSpPr>
            <a:spLocks noGrp="1"/>
          </p:cNvSpPr>
          <p:nvPr>
            <p:ph type="sldNum" sz="quarter" idx="15"/>
          </p:nvPr>
        </p:nvSpPr>
        <p:spPr>
          <a:xfrm>
            <a:off x="4038600" y="6172200"/>
            <a:ext cx="1066800" cy="304800"/>
          </a:xfrm>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15" name="Footer Placeholder 14"/>
          <p:cNvSpPr>
            <a:spLocks noGrp="1"/>
          </p:cNvSpPr>
          <p:nvPr>
            <p:ph type="ftr" sz="quarter" idx="16"/>
          </p:nvPr>
        </p:nvSpPr>
        <p:spPr>
          <a:xfrm>
            <a:off x="1447800" y="6486525"/>
            <a:ext cx="6248400" cy="292100"/>
          </a:xfrm>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4267200" y="3429000"/>
            <a:ext cx="6858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1"/>
            <a:ext cx="7696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p:cNvSpPr>
            <a:spLocks noGrp="1"/>
          </p:cNvSpPr>
          <p:nvPr>
            <p:ph type="body" orient="vert" idx="1"/>
          </p:nvPr>
        </p:nvSpPr>
        <p:spPr>
          <a:xfrm>
            <a:off x="457200" y="914401"/>
            <a:ext cx="6629400" cy="5029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pPr fontAlgn="auto">
              <a:spcBef>
                <a:spcPts val="0"/>
              </a:spcBef>
              <a:spcAft>
                <a:spcPts val="0"/>
              </a:spcAft>
            </a:pPr>
            <a:r>
              <a:rPr lang="en-US"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2" name="Vertical Title 1"/>
          <p:cNvSpPr>
            <a:spLocks noGrp="1"/>
          </p:cNvSpPr>
          <p:nvPr>
            <p:ph type="title" orient="vert"/>
          </p:nvPr>
        </p:nvSpPr>
        <p:spPr>
          <a:xfrm>
            <a:off x="7239000" y="914401"/>
            <a:ext cx="926980" cy="5029200"/>
          </a:xfrm>
        </p:spPr>
        <p:txBody>
          <a:bodyPr vert="eaVert"/>
          <a:lstStyle/>
          <a:p>
            <a:r>
              <a:rPr lang="en-US" smtClean="0"/>
              <a:t>Click to edit Master title style</a:t>
            </a:r>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2445314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037556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3284949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656750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9793361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5180504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4177126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6423685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4315716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6143981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98793630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8383720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9994359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2467243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83482097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09095789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4385800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18334596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92749165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91620721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82724164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6725814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42036903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84636429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25378136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53791144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94433543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5845786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90399395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12533758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28901952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92948670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62186356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61FA1CE-C640-4CE1-8D0A-EAE11EE28272}" type="datetimeFigureOut">
              <a:rPr lang="en-US" smtClean="0">
                <a:solidFill>
                  <a:prstClr val="black">
                    <a:tint val="75000"/>
                  </a:prstClr>
                </a:solidFill>
              </a:rPr>
              <a:pPr/>
              <a:t>4/28/2025</a:t>
            </a:fld>
            <a:endParaRPr lang="en-US">
              <a:solidFill>
                <a:prstClr val="black">
                  <a:tint val="75000"/>
                </a:prstClr>
              </a:solidFill>
            </a:endParaRPr>
          </a:p>
        </p:txBody>
      </p:sp>
      <p:sp>
        <p:nvSpPr>
          <p:cNvPr id="3" name="Espace réservé du pied de page 2"/>
          <p:cNvSpPr>
            <a:spLocks noGrp="1"/>
          </p:cNvSpPr>
          <p:nvPr>
            <p:ph type="ftr" sz="quarter" idx="11"/>
          </p:nvPr>
        </p:nvSpPr>
        <p:spPr/>
        <p:txBody>
          <a:bodyPr/>
          <a:lstStyle/>
          <a:p>
            <a:endParaRPr lang="en-US">
              <a:solidFill>
                <a:prstClr val="black">
                  <a:tint val="75000"/>
                </a:prstClr>
              </a:solidFill>
            </a:endParaRPr>
          </a:p>
        </p:txBody>
      </p:sp>
      <p:sp>
        <p:nvSpPr>
          <p:cNvPr id="4" name="Espace réservé du numéro de diapositive 3"/>
          <p:cNvSpPr>
            <a:spLocks noGrp="1"/>
          </p:cNvSpPr>
          <p:nvPr>
            <p:ph type="sldNum" sz="quarter" idx="12"/>
          </p:nvPr>
        </p:nvSpPr>
        <p:spPr/>
        <p:txBody>
          <a:bodyPr/>
          <a:lstStyle/>
          <a:p>
            <a:fld id="{D44786E5-36B4-4750-9BD9-353AA4FBC16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5849644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blank" preserve="1">
  <p:cSld name="1_Vide">
    <p:spTree>
      <p:nvGrpSpPr>
        <p:cNvPr id="1" name=""/>
        <p:cNvGrpSpPr/>
        <p:nvPr/>
      </p:nvGrpSpPr>
      <p:grpSpPr>
        <a:xfrm>
          <a:off x="0" y="0"/>
          <a:ext cx="0" cy="0"/>
          <a:chOff x="0" y="0"/>
          <a:chExt cx="0" cy="0"/>
        </a:xfrm>
      </p:grpSpPr>
      <p:sp>
        <p:nvSpPr>
          <p:cNvPr id="5" name="Rectangle 2"/>
          <p:cNvSpPr>
            <a:spLocks noChangeArrowheads="1"/>
          </p:cNvSpPr>
          <p:nvPr userDrawn="1"/>
        </p:nvSpPr>
        <p:spPr bwMode="auto">
          <a:xfrm>
            <a:off x="0" y="0"/>
            <a:ext cx="9144000" cy="6858000"/>
          </a:xfrm>
          <a:prstGeom prst="rect">
            <a:avLst/>
          </a:prstGeom>
          <a:gradFill>
            <a:gsLst>
              <a:gs pos="0">
                <a:schemeClr val="lt1">
                  <a:tint val="40000"/>
                  <a:satMod val="350000"/>
                </a:schemeClr>
              </a:gs>
              <a:gs pos="40000">
                <a:schemeClr val="lt1">
                  <a:tint val="45000"/>
                  <a:shade val="99000"/>
                  <a:satMod val="350000"/>
                </a:schemeClr>
              </a:gs>
              <a:gs pos="100000">
                <a:schemeClr val="bg1">
                  <a:lumMod val="85000"/>
                </a:schemeClr>
              </a:gs>
            </a:gsLst>
          </a:gradFill>
          <a:ln w="9525">
            <a:solidFill>
              <a:schemeClr val="bg1"/>
            </a:solidFill>
            <a:miter lim="800000"/>
            <a:headEnd/>
            <a:tailEnd/>
          </a:ln>
          <a:effectLst/>
        </p:spPr>
        <p:style>
          <a:lnRef idx="0">
            <a:scrgbClr r="0" g="0" b="0"/>
          </a:lnRef>
          <a:fillRef idx="1002">
            <a:schemeClr val="lt1"/>
          </a:fillRef>
          <a:effectRef idx="0">
            <a:scrgbClr r="0" g="0" b="0"/>
          </a:effectRef>
          <a:fontRef idx="major"/>
        </p:style>
        <p:txBody>
          <a:bodyPr wrap="none" anchor="ctr"/>
          <a:lstStyle/>
          <a:p>
            <a:pPr fontAlgn="auto">
              <a:spcBef>
                <a:spcPts val="0"/>
              </a:spcBef>
              <a:spcAft>
                <a:spcPts val="0"/>
              </a:spcAft>
            </a:pPr>
            <a:endParaRPr lang="fr-FR">
              <a:solidFill>
                <a:prstClr val="black"/>
              </a:solidFill>
            </a:endParaRPr>
          </a:p>
        </p:txBody>
      </p:sp>
    </p:spTree>
    <p:extLst>
      <p:ext uri="{BB962C8B-B14F-4D97-AF65-F5344CB8AC3E}">
        <p14:creationId xmlns:p14="http://schemas.microsoft.com/office/powerpoint/2010/main" val="165565952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01727345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1842445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84521494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29278317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54967455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7090057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36096696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30625475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65069183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39425701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9874811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50221000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56734170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2774259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43972944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26217511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46892840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0840836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11800355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18440233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16679206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7683080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9271191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06020265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97281330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57730946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87962452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15647264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25368048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96786862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22533289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60247216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10312169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85360983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6000789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45127250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19720526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54881228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80515406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13383323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02438324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00568896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71609814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49895437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67735547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7731932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06860894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02325998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28267706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19044805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86304926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07294458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83942487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79965294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48347177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72497995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24378115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12577122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2617302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14927147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3543470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13053119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11841533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29389886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79633705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59722119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smtClean="0"/>
              <a:t>Click to edit Master title style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r-FR"/>
          </a:p>
        </p:txBody>
      </p:sp>
      <p:sp>
        <p:nvSpPr>
          <p:cNvPr id="4" name="Espace réservé de la date 3"/>
          <p:cNvSpPr>
            <a:spLocks noGrp="1"/>
          </p:cNvSpPr>
          <p:nvPr>
            <p:ph type="dt" sz="half" idx="10"/>
          </p:nvPr>
        </p:nvSpPr>
        <p:spPr/>
        <p:txBody>
          <a:bodyPr/>
          <a:lstStyle>
            <a:lvl1pPr>
              <a:defRPr/>
            </a:lvl1pPr>
          </a:lstStyle>
          <a:p>
            <a:pPr>
              <a:defRPr/>
            </a:pPr>
            <a:fld id="{2FFFDA2A-6D26-42EF-A0D2-A067AAFDD233}"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A403D178-9848-43CB-A203-867DC76CB7C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60020453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6837F5C8-7922-4924-BE0E-C092A51D61B0}"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87F801C7-4F38-4CEE-8F93-28F077186062}"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201690858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DC516745-9E25-499A-A829-5BB762E7468B}"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C338CF3-D881-4B51-8B2C-5BCF80B859CA}"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14423001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e la date 3"/>
          <p:cNvSpPr>
            <a:spLocks noGrp="1"/>
          </p:cNvSpPr>
          <p:nvPr>
            <p:ph type="dt" sz="half" idx="10"/>
          </p:nvPr>
        </p:nvSpPr>
        <p:spPr/>
        <p:txBody>
          <a:bodyPr/>
          <a:lstStyle>
            <a:lvl1pPr>
              <a:defRPr/>
            </a:lvl1pPr>
          </a:lstStyle>
          <a:p>
            <a:pPr>
              <a:defRPr/>
            </a:pPr>
            <a:fld id="{674F1B4A-CD54-4912-BD97-B7B929E43B65}"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5EAD8A33-CAF6-414A-A3A2-C940A9049DF0}"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0012230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smtClean="0"/>
              <a:t>Click to edit Master title style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Espace réservé de la date 3"/>
          <p:cNvSpPr>
            <a:spLocks noGrp="1"/>
          </p:cNvSpPr>
          <p:nvPr>
            <p:ph type="dt" sz="half" idx="10"/>
          </p:nvPr>
        </p:nvSpPr>
        <p:spPr/>
        <p:txBody>
          <a:bodyPr/>
          <a:lstStyle>
            <a:lvl1pPr>
              <a:defRPr/>
            </a:lvl1pPr>
          </a:lstStyle>
          <a:p>
            <a:pPr>
              <a:defRPr/>
            </a:pPr>
            <a:fld id="{20265629-5BE4-4B2E-AB0E-1A6D46070674}" type="datetimeFigureOut">
              <a:rPr lang="fr-FR">
                <a:solidFill>
                  <a:prstClr val="black">
                    <a:tint val="75000"/>
                  </a:prstClr>
                </a:solidFill>
              </a:rPr>
              <a:pPr>
                <a:defRPr/>
              </a:pPr>
              <a:t>28/04/2025</a:t>
            </a:fld>
            <a:endParaRPr lang="fr-FR">
              <a:solidFill>
                <a:prstClr val="black">
                  <a:tint val="75000"/>
                </a:prstClr>
              </a:solidFill>
            </a:endParaRPr>
          </a:p>
        </p:txBody>
      </p:sp>
      <p:sp>
        <p:nvSpPr>
          <p:cNvPr id="8"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9" name="Espace réservé du numéro de diapositive 5"/>
          <p:cNvSpPr>
            <a:spLocks noGrp="1"/>
          </p:cNvSpPr>
          <p:nvPr>
            <p:ph type="sldNum" sz="quarter" idx="12"/>
          </p:nvPr>
        </p:nvSpPr>
        <p:spPr/>
        <p:txBody>
          <a:bodyPr/>
          <a:lstStyle>
            <a:lvl1pPr>
              <a:defRPr/>
            </a:lvl1pPr>
          </a:lstStyle>
          <a:p>
            <a:pPr>
              <a:defRPr/>
            </a:pPr>
            <a:fld id="{B9E5E83B-C85F-4E67-B3AB-5B75DFFDFE18}"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94703009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e la date 3"/>
          <p:cNvSpPr>
            <a:spLocks noGrp="1"/>
          </p:cNvSpPr>
          <p:nvPr>
            <p:ph type="dt" sz="half" idx="10"/>
          </p:nvPr>
        </p:nvSpPr>
        <p:spPr/>
        <p:txBody>
          <a:bodyPr/>
          <a:lstStyle>
            <a:lvl1pPr>
              <a:defRPr/>
            </a:lvl1pPr>
          </a:lstStyle>
          <a:p>
            <a:pPr>
              <a:defRPr/>
            </a:pPr>
            <a:fld id="{36D2C314-2042-4B53-8CD2-899A422747BB}" type="datetimeFigureOut">
              <a:rPr lang="fr-FR">
                <a:solidFill>
                  <a:prstClr val="black">
                    <a:tint val="75000"/>
                  </a:prstClr>
                </a:solidFill>
              </a:rPr>
              <a:pPr>
                <a:defRPr/>
              </a:pPr>
              <a:t>28/04/2025</a:t>
            </a:fld>
            <a:endParaRPr lang="fr-FR">
              <a:solidFill>
                <a:prstClr val="black">
                  <a:tint val="75000"/>
                </a:prstClr>
              </a:solidFill>
            </a:endParaRPr>
          </a:p>
        </p:txBody>
      </p:sp>
      <p:sp>
        <p:nvSpPr>
          <p:cNvPr id="4"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5" name="Espace réservé du numéro de diapositive 5"/>
          <p:cNvSpPr>
            <a:spLocks noGrp="1"/>
          </p:cNvSpPr>
          <p:nvPr>
            <p:ph type="sldNum" sz="quarter" idx="12"/>
          </p:nvPr>
        </p:nvSpPr>
        <p:spPr/>
        <p:txBody>
          <a:bodyPr/>
          <a:lstStyle>
            <a:lvl1pPr>
              <a:defRPr/>
            </a:lvl1pPr>
          </a:lstStyle>
          <a:p>
            <a:pPr>
              <a:defRPr/>
            </a:pPr>
            <a:fld id="{2A26D7FE-4392-498F-BC71-9625D7EF95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31384262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B38C9D33-BF1C-45FF-A63C-FBCEBD614FCD}" type="datetimeFigureOut">
              <a:rPr lang="fr-FR">
                <a:solidFill>
                  <a:prstClr val="black">
                    <a:tint val="75000"/>
                  </a:prstClr>
                </a:solidFill>
              </a:rPr>
              <a:pPr>
                <a:defRPr/>
              </a:pPr>
              <a:t>28/04/2025</a:t>
            </a:fld>
            <a:endParaRPr lang="fr-FR">
              <a:solidFill>
                <a:prstClr val="black">
                  <a:tint val="75000"/>
                </a:prstClr>
              </a:solidFill>
            </a:endParaRPr>
          </a:p>
        </p:txBody>
      </p:sp>
      <p:sp>
        <p:nvSpPr>
          <p:cNvPr id="3"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4" name="Espace réservé du numéro de diapositive 5"/>
          <p:cNvSpPr>
            <a:spLocks noGrp="1"/>
          </p:cNvSpPr>
          <p:nvPr>
            <p:ph type="sldNum" sz="quarter" idx="12"/>
          </p:nvPr>
        </p:nvSpPr>
        <p:spPr/>
        <p:txBody>
          <a:bodyPr/>
          <a:lstStyle>
            <a:lvl1pPr>
              <a:defRPr/>
            </a:lvl1pPr>
          </a:lstStyle>
          <a:p>
            <a:pPr>
              <a:defRPr/>
            </a:pPr>
            <a:fld id="{200D6070-FEBE-4B0D-BE16-10DF489D0D0B}"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31371079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6911C221-C07F-4CA9-87B3-FB3C5C204886}"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AFB647BA-161C-4C62-89D4-15DF478EE22D}"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93512711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r-F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C3299184-B7B9-4D49-9071-DB454C16F6EF}" type="datetimeFigureOut">
              <a:rPr lang="fr-FR">
                <a:solidFill>
                  <a:prstClr val="black">
                    <a:tint val="75000"/>
                  </a:prstClr>
                </a:solidFill>
              </a:rPr>
              <a:pPr>
                <a:defRPr/>
              </a:pPr>
              <a:t>28/04/2025</a:t>
            </a:fld>
            <a:endParaRPr lang="fr-FR">
              <a:solidFill>
                <a:prstClr val="black">
                  <a:tint val="75000"/>
                </a:prstClr>
              </a:solidFill>
            </a:endParaRPr>
          </a:p>
        </p:txBody>
      </p:sp>
      <p:sp>
        <p:nvSpPr>
          <p:cNvPr id="6"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7" name="Espace réservé du numéro de diapositive 5"/>
          <p:cNvSpPr>
            <a:spLocks noGrp="1"/>
          </p:cNvSpPr>
          <p:nvPr>
            <p:ph type="sldNum" sz="quarter" idx="12"/>
          </p:nvPr>
        </p:nvSpPr>
        <p:spPr/>
        <p:txBody>
          <a:bodyPr/>
          <a:lstStyle>
            <a:lvl1pPr>
              <a:defRPr/>
            </a:lvl1pPr>
          </a:lstStyle>
          <a:p>
            <a:pPr>
              <a:defRPr/>
            </a:pPr>
            <a:fld id="{CD38DF35-0337-4FBC-AF1B-5031530439A7}"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55282956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C13CE268-8EC7-45A8-BC6A-4D85F800D08D}"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5836FE87-F6FA-4651-9FCC-6AB2A0A46BB5}"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4235249553"/>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smtClean="0"/>
              <a:t>Click to edit Master title style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Espace réservé de la date 3"/>
          <p:cNvSpPr>
            <a:spLocks noGrp="1"/>
          </p:cNvSpPr>
          <p:nvPr>
            <p:ph type="dt" sz="half" idx="10"/>
          </p:nvPr>
        </p:nvSpPr>
        <p:spPr/>
        <p:txBody>
          <a:bodyPr/>
          <a:lstStyle>
            <a:lvl1pPr>
              <a:defRPr/>
            </a:lvl1pPr>
          </a:lstStyle>
          <a:p>
            <a:pPr>
              <a:defRPr/>
            </a:pPr>
            <a:fld id="{404BD085-9E10-4C4D-9EB4-F7F59336BEA9}"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11"/>
          </p:nvPr>
        </p:nvSpPr>
        <p:spPr/>
        <p:txBody>
          <a:bodyPr/>
          <a:lstStyle>
            <a:lvl1pPr>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12"/>
          </p:nvPr>
        </p:nvSpPr>
        <p:spPr/>
        <p:txBody>
          <a:bodyPr/>
          <a:lstStyle>
            <a:lvl1pPr>
              <a:defRPr/>
            </a:lvl1pPr>
          </a:lstStyle>
          <a:p>
            <a:pPr>
              <a:defRPr/>
            </a:pPr>
            <a:fld id="{15132D92-083C-481B-AD7E-C3F23B870ABF}"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307465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microsoft.com/office/2007/relationships/hdphoto" Target="../media/hdphoto1.wdp"/></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microsoft.com/office/2007/relationships/hdphoto" Target="../media/hdphoto1.wdp"/></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pn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microsoft.com/office/2007/relationships/hdphoto" Target="../media/hdphoto1.wdp"/></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image" Target="../media/image1.pn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6.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microsoft.com/office/2007/relationships/hdphoto" Target="../media/hdphoto1.wdp"/></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1.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7.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microsoft.com/office/2007/relationships/hdphoto" Target="../media/hdphoto1.wdp"/></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pn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8.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microsoft.com/office/2007/relationships/hdphoto" Target="../media/hdphoto1.wdp"/></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81.xml"/><Relationship Id="rId1" Type="http://schemas.openxmlformats.org/officeDocument/2006/relationships/slideLayout" Target="../slideLayouts/slideLayout80.xml"/><Relationship Id="rId5" Type="http://schemas.microsoft.com/office/2007/relationships/hdphoto" Target="../media/hdphoto1.wdp"/><Relationship Id="rId4" Type="http://schemas.openxmlformats.org/officeDocument/2006/relationships/image" Target="../media/image1.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image" Target="../media/image1.png"/><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theme" Target="../theme/theme10.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0" Type="http://schemas.openxmlformats.org/officeDocument/2006/relationships/slideLayout" Target="../slideLayouts/slideLayout91.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microsoft.com/office/2007/relationships/hdphoto" Target="../media/hdphoto1.wdp"/></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00.xml"/><Relationship Id="rId13" Type="http://schemas.openxmlformats.org/officeDocument/2006/relationships/image" Target="../media/image1.png"/><Relationship Id="rId3" Type="http://schemas.openxmlformats.org/officeDocument/2006/relationships/slideLayout" Target="../slideLayouts/slideLayout95.xml"/><Relationship Id="rId7" Type="http://schemas.openxmlformats.org/officeDocument/2006/relationships/slideLayout" Target="../slideLayouts/slideLayout99.xml"/><Relationship Id="rId12" Type="http://schemas.openxmlformats.org/officeDocument/2006/relationships/theme" Target="../theme/theme11.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5" Type="http://schemas.openxmlformats.org/officeDocument/2006/relationships/slideLayout" Target="../slideLayouts/slideLayout97.xml"/><Relationship Id="rId10" Type="http://schemas.openxmlformats.org/officeDocument/2006/relationships/slideLayout" Target="../slideLayouts/slideLayout102.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microsoft.com/office/2007/relationships/hdphoto" Target="../media/hdphoto1.wdp"/></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11.xml"/><Relationship Id="rId13" Type="http://schemas.openxmlformats.org/officeDocument/2006/relationships/image" Target="../media/image1.png"/><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theme" Target="../theme/theme12.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5" Type="http://schemas.openxmlformats.org/officeDocument/2006/relationships/slideLayout" Target="../slideLayouts/slideLayout108.xml"/><Relationship Id="rId10" Type="http://schemas.openxmlformats.org/officeDocument/2006/relationships/slideLayout" Target="../slideLayouts/slideLayout113.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microsoft.com/office/2007/relationships/hdphoto" Target="../media/hdphoto1.wdp"/></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image" Target="../media/image1.png"/><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theme" Target="../theme/theme13.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microsoft.com/office/2007/relationships/hdphoto" Target="../media/hdphoto1.wdp"/></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33.xml"/><Relationship Id="rId13" Type="http://schemas.openxmlformats.org/officeDocument/2006/relationships/image" Target="../media/image1.png"/><Relationship Id="rId3" Type="http://schemas.openxmlformats.org/officeDocument/2006/relationships/slideLayout" Target="../slideLayouts/slideLayout128.xml"/><Relationship Id="rId7" Type="http://schemas.openxmlformats.org/officeDocument/2006/relationships/slideLayout" Target="../slideLayouts/slideLayout132.xml"/><Relationship Id="rId12" Type="http://schemas.openxmlformats.org/officeDocument/2006/relationships/theme" Target="../theme/theme14.xml"/><Relationship Id="rId2" Type="http://schemas.openxmlformats.org/officeDocument/2006/relationships/slideLayout" Target="../slideLayouts/slideLayout127.xml"/><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5" Type="http://schemas.openxmlformats.org/officeDocument/2006/relationships/slideLayout" Target="../slideLayouts/slideLayout130.xml"/><Relationship Id="rId10" Type="http://schemas.openxmlformats.org/officeDocument/2006/relationships/slideLayout" Target="../slideLayouts/slideLayout135.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4" Type="http://schemas.microsoft.com/office/2007/relationships/hdphoto" Target="../media/hdphoto1.wdp"/></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44.xml"/><Relationship Id="rId13" Type="http://schemas.openxmlformats.org/officeDocument/2006/relationships/image" Target="../media/image1.png"/><Relationship Id="rId3" Type="http://schemas.openxmlformats.org/officeDocument/2006/relationships/slideLayout" Target="../slideLayouts/slideLayout139.xml"/><Relationship Id="rId7" Type="http://schemas.openxmlformats.org/officeDocument/2006/relationships/slideLayout" Target="../slideLayouts/slideLayout143.xml"/><Relationship Id="rId12" Type="http://schemas.openxmlformats.org/officeDocument/2006/relationships/theme" Target="../theme/theme15.xml"/><Relationship Id="rId2" Type="http://schemas.openxmlformats.org/officeDocument/2006/relationships/slideLayout" Target="../slideLayouts/slideLayout138.xml"/><Relationship Id="rId1" Type="http://schemas.openxmlformats.org/officeDocument/2006/relationships/slideLayout" Target="../slideLayouts/slideLayout137.xml"/><Relationship Id="rId6" Type="http://schemas.openxmlformats.org/officeDocument/2006/relationships/slideLayout" Target="../slideLayouts/slideLayout142.xml"/><Relationship Id="rId11" Type="http://schemas.openxmlformats.org/officeDocument/2006/relationships/slideLayout" Target="../slideLayouts/slideLayout147.xml"/><Relationship Id="rId5" Type="http://schemas.openxmlformats.org/officeDocument/2006/relationships/slideLayout" Target="../slideLayouts/slideLayout141.xml"/><Relationship Id="rId10" Type="http://schemas.openxmlformats.org/officeDocument/2006/relationships/slideLayout" Target="../slideLayouts/slideLayout146.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14" Type="http://schemas.microsoft.com/office/2007/relationships/hdphoto" Target="../media/hdphoto1.wdp"/></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55.xml"/><Relationship Id="rId13" Type="http://schemas.openxmlformats.org/officeDocument/2006/relationships/image" Target="../media/image1.png"/><Relationship Id="rId3" Type="http://schemas.openxmlformats.org/officeDocument/2006/relationships/slideLayout" Target="../slideLayouts/slideLayout150.xml"/><Relationship Id="rId7" Type="http://schemas.openxmlformats.org/officeDocument/2006/relationships/slideLayout" Target="../slideLayouts/slideLayout154.xml"/><Relationship Id="rId12" Type="http://schemas.openxmlformats.org/officeDocument/2006/relationships/theme" Target="../theme/theme16.xml"/><Relationship Id="rId2" Type="http://schemas.openxmlformats.org/officeDocument/2006/relationships/slideLayout" Target="../slideLayouts/slideLayout149.xml"/><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5" Type="http://schemas.openxmlformats.org/officeDocument/2006/relationships/slideLayout" Target="../slideLayouts/slideLayout152.xml"/><Relationship Id="rId10" Type="http://schemas.openxmlformats.org/officeDocument/2006/relationships/slideLayout" Target="../slideLayouts/slideLayout157.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pPr>
                <a:defRPr/>
              </a:pPr>
              <a:t>28/04/2025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pPr>
                <a:defRPr/>
              </a:pP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extLst>
              <a:ext uri="{BEBA8EAE-BF5A-486C-A8C5-ECC9F3942E4B}">
                <a14:imgProps xmlns:a14="http://schemas.microsoft.com/office/drawing/2010/main">
                  <a14:imgLayer r:embed="rId5">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fr-FR" dirty="0"/>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r>
              <a:rPr lang="en-US" dirty="0"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8" name="Rectangle 7"/>
          <p:cNvSpPr/>
          <p:nvPr/>
        </p:nvSpPr>
        <p:spPr>
          <a:xfrm rot="5400000">
            <a:off x="8473620" y="5799923"/>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sz="1200" dirty="0">
                <a:solidFill>
                  <a:prstClr val="black"/>
                </a:solidFill>
              </a:rPr>
              <a:t>© Copyright Showeet.com</a:t>
            </a:r>
          </a:p>
        </p:txBody>
      </p:sp>
    </p:spTree>
    <p:extLst>
      <p:ext uri="{BB962C8B-B14F-4D97-AF65-F5344CB8AC3E}">
        <p14:creationId xmlns:p14="http://schemas.microsoft.com/office/powerpoint/2010/main" val="47856670"/>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bwMode="hidden">
          <a:xfrm>
            <a:off x="0" y="1335973"/>
            <a:ext cx="9144000" cy="5522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2019301"/>
            <a:ext cx="8229600" cy="41173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81325" y="273180"/>
            <a:ext cx="3181350" cy="292100"/>
          </a:xfrm>
          <a:prstGeom prst="rect">
            <a:avLst/>
          </a:prstGeom>
        </p:spPr>
        <p:txBody>
          <a:bodyPr vert="horz" lIns="91440" tIns="45720" rIns="91440" bIns="45720" rtlCol="0" anchor="ctr">
            <a:noAutofit/>
          </a:bodyPr>
          <a:lstStyle>
            <a:lvl1pPr algn="ctr">
              <a:defRPr sz="1200" b="0" cap="all" spc="300" baseline="0">
                <a:solidFill>
                  <a:schemeClr val="tx1"/>
                </a:solidFill>
              </a:defRPr>
            </a:lvl1pPr>
          </a:lstStyle>
          <a:p>
            <a:pPr>
              <a:defRPr/>
            </a:pPr>
            <a:fld id="{A2055929-C66A-4CBC-98A6-213ED658AAC6}" type="datetimeFigureOut">
              <a:rPr lang="fr-FR" smtClean="0"/>
              <a:pPr>
                <a:defRPr/>
              </a:pPr>
              <a:t>28/04/2025</a:t>
            </a:fld>
            <a:endParaRPr lang="fr-FR"/>
          </a:p>
        </p:txBody>
      </p:sp>
      <p:sp>
        <p:nvSpPr>
          <p:cNvPr id="5" name="Footer Placeholder 4"/>
          <p:cNvSpPr>
            <a:spLocks noGrp="1"/>
          </p:cNvSpPr>
          <p:nvPr>
            <p:ph type="ftr" sz="quarter" idx="3"/>
          </p:nvPr>
        </p:nvSpPr>
        <p:spPr>
          <a:xfrm>
            <a:off x="1447800" y="6486525"/>
            <a:ext cx="6248400" cy="292100"/>
          </a:xfrm>
          <a:prstGeom prst="rect">
            <a:avLst/>
          </a:prstGeom>
        </p:spPr>
        <p:txBody>
          <a:bodyPr vert="horz" lIns="91440" tIns="45720" rIns="91440" bIns="45720" rtlCol="0" anchor="ctr">
            <a:normAutofit/>
          </a:bodyPr>
          <a:lstStyle>
            <a:lvl1pPr algn="ctr">
              <a:defRPr sz="1100" b="0" cap="all" spc="300" baseline="0">
                <a:solidFill>
                  <a:schemeClr val="tx1"/>
                </a:solidFill>
              </a:defRPr>
            </a:lvl1pPr>
          </a:lstStyle>
          <a:p>
            <a:pPr>
              <a:defRPr/>
            </a:pPr>
            <a:endParaRPr lang="fr-FR"/>
          </a:p>
        </p:txBody>
      </p:sp>
      <p:sp>
        <p:nvSpPr>
          <p:cNvPr id="6" name="Slide Number Placeholder 5"/>
          <p:cNvSpPr>
            <a:spLocks noGrp="1"/>
          </p:cNvSpPr>
          <p:nvPr>
            <p:ph type="sldNum" sz="quarter" idx="4"/>
          </p:nvPr>
        </p:nvSpPr>
        <p:spPr>
          <a:xfrm>
            <a:off x="4038600" y="6172200"/>
            <a:ext cx="1066800" cy="304800"/>
          </a:xfrm>
          <a:prstGeom prst="rect">
            <a:avLst/>
          </a:prstGeom>
          <a:ln>
            <a:noFill/>
          </a:ln>
        </p:spPr>
        <p:txBody>
          <a:bodyPr vert="horz" lIns="0" tIns="0" rIns="0" bIns="0" rtlCol="0" anchor="ctr">
            <a:normAutofit/>
          </a:bodyPr>
          <a:lstStyle>
            <a:lvl1pPr algn="ctr">
              <a:defRPr sz="1200" b="1">
                <a:solidFill>
                  <a:schemeClr val="tx1"/>
                </a:solidFill>
              </a:defRPr>
            </a:lvl1pPr>
          </a:lstStyle>
          <a:p>
            <a:pPr>
              <a:defRPr/>
            </a:pPr>
            <a:fld id="{2B6E67E3-1D18-4A7A-B715-76F61D9561D6}" type="slidenum">
              <a:rPr lang="fr-FR" smtClean="0"/>
              <a:pPr>
                <a:defRPr/>
              </a:pPr>
              <a:t>‹#›</a:t>
            </a:fld>
            <a:endParaRPr lang="fr-FR"/>
          </a:p>
        </p:txBody>
      </p:sp>
      <p:cxnSp>
        <p:nvCxnSpPr>
          <p:cNvPr id="10" name="Straight Connector 9"/>
          <p:cNvCxnSpPr/>
          <p:nvPr/>
        </p:nvCxnSpPr>
        <p:spPr>
          <a:xfrm>
            <a:off x="0" y="1331436"/>
            <a:ext cx="9144000" cy="1588"/>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2514600" y="975360"/>
            <a:ext cx="4114800" cy="70104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r>
              <a:rPr lang="en-US" smtClean="0"/>
              <a:t>Click to edit Master title style</a:t>
            </a:r>
            <a:endParaRPr lang="en-US" dirty="0"/>
          </a:p>
        </p:txBody>
      </p:sp>
      <p:sp>
        <p:nvSpPr>
          <p:cNvPr id="9" name="Rectangle 8"/>
          <p:cNvSpPr/>
          <p:nvPr/>
        </p:nvSpPr>
        <p:spPr>
          <a:xfrm rot="5400000">
            <a:off x="8473620" y="5799923"/>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sz="1200" dirty="0">
                <a:solidFill>
                  <a:prstClr val="black"/>
                </a:solidFill>
              </a:rPr>
              <a:t>© Copyright Showeet.com</a:t>
            </a:r>
          </a:p>
        </p:txBody>
      </p:sp>
    </p:spTree>
  </p:cSld>
  <p:clrMap bg1="dk1" tx1="lt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defTabSz="914400" rtl="1" eaLnBrk="1" latinLnBrk="0" hangingPunct="1">
        <a:spcBef>
          <a:spcPts val="400"/>
        </a:spcBef>
        <a:buNone/>
        <a:defRPr sz="1800" b="1" kern="1200" cap="all" spc="0" baseline="0">
          <a:solidFill>
            <a:schemeClr val="bg1">
              <a:lumMod val="75000"/>
              <a:lumOff val="25000"/>
            </a:schemeClr>
          </a:solidFill>
          <a:effectLst/>
          <a:latin typeface="+mj-lt"/>
          <a:ea typeface="+mj-ea"/>
          <a:cs typeface="Tunga" pitchFamily="2"/>
        </a:defRPr>
      </a:lvl1pPr>
    </p:titleStyle>
    <p:bodyStyle>
      <a:lvl1pPr marL="0" indent="0" algn="r" defTabSz="914400" rtl="1" eaLnBrk="1" latinLnBrk="0" hangingPunct="1">
        <a:lnSpc>
          <a:spcPct val="100000"/>
        </a:lnSpc>
        <a:spcBef>
          <a:spcPts val="600"/>
        </a:spcBef>
        <a:spcAft>
          <a:spcPts val="0"/>
        </a:spcAft>
        <a:buClr>
          <a:schemeClr val="accent1"/>
        </a:buClr>
        <a:buFontTx/>
        <a:buNone/>
        <a:defRPr sz="2000" b="0" i="0" kern="1200" cap="none" spc="30" baseline="0">
          <a:solidFill>
            <a:schemeClr val="tx1"/>
          </a:solidFill>
          <a:latin typeface="+mn-lt"/>
          <a:ea typeface="+mn-ea"/>
          <a:cs typeface="Tahoma" pitchFamily="34" charset="0"/>
        </a:defRPr>
      </a:lvl1pPr>
      <a:lvl2pPr marL="0" indent="0" algn="r" defTabSz="914400" rtl="1" eaLnBrk="1" latinLnBrk="0" hangingPunct="1">
        <a:lnSpc>
          <a:spcPct val="100000"/>
        </a:lnSpc>
        <a:spcBef>
          <a:spcPts val="1200"/>
        </a:spcBef>
        <a:buClr>
          <a:schemeClr val="accent1"/>
        </a:buClr>
        <a:buFontTx/>
        <a:buNone/>
        <a:defRPr sz="1800" kern="1200">
          <a:solidFill>
            <a:schemeClr val="tx2"/>
          </a:solidFill>
          <a:latin typeface="+mn-lt"/>
          <a:ea typeface="+mn-ea"/>
          <a:cs typeface="Tahoma" pitchFamily="34" charset="0"/>
        </a:defRPr>
      </a:lvl2pPr>
      <a:lvl3pPr marL="0" indent="0" algn="r" defTabSz="914400" rtl="1" eaLnBrk="1" latinLnBrk="0" hangingPunct="1">
        <a:lnSpc>
          <a:spcPct val="100000"/>
        </a:lnSpc>
        <a:spcBef>
          <a:spcPts val="1200"/>
        </a:spcBef>
        <a:buClr>
          <a:schemeClr val="accent1"/>
        </a:buClr>
        <a:buFontTx/>
        <a:buNone/>
        <a:defRPr sz="1600" kern="1200">
          <a:solidFill>
            <a:schemeClr val="tx1"/>
          </a:solidFill>
          <a:latin typeface="+mn-lt"/>
          <a:ea typeface="+mn-ea"/>
          <a:cs typeface="Tahoma" pitchFamily="34" charset="0"/>
        </a:defRPr>
      </a:lvl3pPr>
      <a:lvl4pPr marL="0" indent="0" algn="r" defTabSz="914400" rtl="1" eaLnBrk="1" latinLnBrk="0" hangingPunct="1">
        <a:lnSpc>
          <a:spcPct val="100000"/>
        </a:lnSpc>
        <a:spcBef>
          <a:spcPts val="1200"/>
        </a:spcBef>
        <a:buClr>
          <a:schemeClr val="accent1"/>
        </a:buClr>
        <a:buFontTx/>
        <a:buNone/>
        <a:defRPr sz="1400" kern="1200">
          <a:solidFill>
            <a:schemeClr val="tx2"/>
          </a:solidFill>
          <a:latin typeface="+mn-lt"/>
          <a:ea typeface="+mn-ea"/>
          <a:cs typeface="Tahoma" pitchFamily="34" charset="0"/>
        </a:defRPr>
      </a:lvl4pPr>
      <a:lvl5pPr marL="0" indent="0" algn="r" defTabSz="914400" rtl="1" eaLnBrk="1" latinLnBrk="0" hangingPunct="1">
        <a:lnSpc>
          <a:spcPct val="100000"/>
        </a:lnSpc>
        <a:spcBef>
          <a:spcPts val="1200"/>
        </a:spcBef>
        <a:buClr>
          <a:schemeClr val="accent1"/>
        </a:buClr>
        <a:buFontTx/>
        <a:buNone/>
        <a:defRPr sz="1400" kern="1200" baseline="0">
          <a:solidFill>
            <a:schemeClr val="tx1"/>
          </a:solidFill>
          <a:latin typeface="+mn-lt"/>
          <a:ea typeface="+mn-ea"/>
          <a:cs typeface="Tahoma" pitchFamily="34" charset="0"/>
        </a:defRPr>
      </a:lvl5pPr>
      <a:lvl6pPr marL="0" indent="0" algn="r" defTabSz="914400" rtl="1"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6pPr>
      <a:lvl7pPr marL="0" indent="0" algn="r" defTabSz="914400" rtl="1"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7pPr>
      <a:lvl8pPr marL="0" indent="0" algn="r" defTabSz="914400" rtl="1"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8pPr>
      <a:lvl9pPr marL="0" indent="0" algn="r" defTabSz="914400" rtl="1"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bwMode="hidden">
          <a:xfrm>
            <a:off x="0" y="1335973"/>
            <a:ext cx="9144000" cy="5522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2019301"/>
            <a:ext cx="8229600" cy="41173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81325" y="273180"/>
            <a:ext cx="3181350" cy="292100"/>
          </a:xfrm>
          <a:prstGeom prst="rect">
            <a:avLst/>
          </a:prstGeom>
        </p:spPr>
        <p:txBody>
          <a:bodyPr vert="horz" lIns="91440" tIns="45720" rIns="91440" bIns="45720" rtlCol="0" anchor="ctr">
            <a:noAutofit/>
          </a:bodyPr>
          <a:lstStyle>
            <a:lvl1pPr algn="ctr">
              <a:defRPr sz="1200" b="0" cap="all" spc="300" baseline="0">
                <a:solidFill>
                  <a:schemeClr val="tx1"/>
                </a:solidFill>
              </a:defRPr>
            </a:lvl1pPr>
          </a:lstStyle>
          <a:p>
            <a:pPr>
              <a:defRPr/>
            </a:pPr>
            <a:fld id="{A2055929-C66A-4CBC-98A6-213ED658AAC6}" type="datetimeFigureOut">
              <a:rPr lang="fr-FR" smtClean="0"/>
              <a:pPr>
                <a:defRPr/>
              </a:pPr>
              <a:t>28/04/2025</a:t>
            </a:fld>
            <a:endParaRPr lang="fr-FR"/>
          </a:p>
        </p:txBody>
      </p:sp>
      <p:sp>
        <p:nvSpPr>
          <p:cNvPr id="5" name="Footer Placeholder 4"/>
          <p:cNvSpPr>
            <a:spLocks noGrp="1"/>
          </p:cNvSpPr>
          <p:nvPr>
            <p:ph type="ftr" sz="quarter" idx="3"/>
          </p:nvPr>
        </p:nvSpPr>
        <p:spPr>
          <a:xfrm>
            <a:off x="1447800" y="6486525"/>
            <a:ext cx="6248400" cy="292100"/>
          </a:xfrm>
          <a:prstGeom prst="rect">
            <a:avLst/>
          </a:prstGeom>
        </p:spPr>
        <p:txBody>
          <a:bodyPr vert="horz" lIns="91440" tIns="45720" rIns="91440" bIns="45720" rtlCol="0" anchor="ctr">
            <a:normAutofit/>
          </a:bodyPr>
          <a:lstStyle>
            <a:lvl1pPr algn="ctr">
              <a:defRPr sz="1100" b="0" cap="all" spc="300" baseline="0">
                <a:solidFill>
                  <a:schemeClr val="tx1"/>
                </a:solidFill>
              </a:defRPr>
            </a:lvl1pPr>
          </a:lstStyle>
          <a:p>
            <a:pPr>
              <a:defRPr/>
            </a:pPr>
            <a:endParaRPr lang="fr-FR"/>
          </a:p>
        </p:txBody>
      </p:sp>
      <p:sp>
        <p:nvSpPr>
          <p:cNvPr id="6" name="Slide Number Placeholder 5"/>
          <p:cNvSpPr>
            <a:spLocks noGrp="1"/>
          </p:cNvSpPr>
          <p:nvPr>
            <p:ph type="sldNum" sz="quarter" idx="4"/>
          </p:nvPr>
        </p:nvSpPr>
        <p:spPr>
          <a:xfrm>
            <a:off x="4038600" y="6172200"/>
            <a:ext cx="1066800" cy="304800"/>
          </a:xfrm>
          <a:prstGeom prst="rect">
            <a:avLst/>
          </a:prstGeom>
          <a:ln>
            <a:noFill/>
          </a:ln>
        </p:spPr>
        <p:txBody>
          <a:bodyPr vert="horz" lIns="0" tIns="0" rIns="0" bIns="0" rtlCol="0" anchor="ctr">
            <a:normAutofit/>
          </a:bodyPr>
          <a:lstStyle>
            <a:lvl1pPr algn="ctr">
              <a:defRPr sz="1200" b="1">
                <a:solidFill>
                  <a:schemeClr val="tx1"/>
                </a:solidFill>
              </a:defRPr>
            </a:lvl1pPr>
          </a:lstStyle>
          <a:p>
            <a:pPr>
              <a:defRPr/>
            </a:pPr>
            <a:fld id="{2B6E67E3-1D18-4A7A-B715-76F61D9561D6}" type="slidenum">
              <a:rPr lang="fr-FR" smtClean="0"/>
              <a:pPr>
                <a:defRPr/>
              </a:pPr>
              <a:t>‹#›</a:t>
            </a:fld>
            <a:endParaRPr lang="fr-FR"/>
          </a:p>
        </p:txBody>
      </p:sp>
      <p:cxnSp>
        <p:nvCxnSpPr>
          <p:cNvPr id="10" name="Straight Connector 9"/>
          <p:cNvCxnSpPr/>
          <p:nvPr/>
        </p:nvCxnSpPr>
        <p:spPr>
          <a:xfrm>
            <a:off x="0" y="1331436"/>
            <a:ext cx="9144000" cy="1588"/>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2514600" y="975360"/>
            <a:ext cx="4114800" cy="70104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r>
              <a:rPr lang="en-US" smtClean="0"/>
              <a:t>Click to edit Master title style</a:t>
            </a:r>
            <a:endParaRPr lang="en-US" dirty="0"/>
          </a:p>
        </p:txBody>
      </p:sp>
      <p:sp>
        <p:nvSpPr>
          <p:cNvPr id="9" name="Rectangle 8"/>
          <p:cNvSpPr/>
          <p:nvPr/>
        </p:nvSpPr>
        <p:spPr>
          <a:xfrm rot="5400000">
            <a:off x="8473620" y="5799923"/>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sz="1200" dirty="0">
                <a:solidFill>
                  <a:prstClr val="black"/>
                </a:solidFill>
              </a:rPr>
              <a:t>© Copyright Showeet.com</a:t>
            </a:r>
          </a:p>
        </p:txBody>
      </p:sp>
    </p:spTree>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ctr" defTabSz="914400" rtl="1" eaLnBrk="1" latinLnBrk="0" hangingPunct="1">
        <a:spcBef>
          <a:spcPts val="400"/>
        </a:spcBef>
        <a:buNone/>
        <a:defRPr sz="1800" b="1" kern="1200" cap="all" spc="0" baseline="0">
          <a:solidFill>
            <a:schemeClr val="bg1">
              <a:lumMod val="75000"/>
              <a:lumOff val="25000"/>
            </a:schemeClr>
          </a:solidFill>
          <a:effectLst/>
          <a:latin typeface="+mj-lt"/>
          <a:ea typeface="+mj-ea"/>
          <a:cs typeface="Tunga" pitchFamily="2"/>
        </a:defRPr>
      </a:lvl1pPr>
    </p:titleStyle>
    <p:bodyStyle>
      <a:lvl1pPr marL="0" indent="0" algn="r" defTabSz="914400" rtl="1" eaLnBrk="1" latinLnBrk="0" hangingPunct="1">
        <a:lnSpc>
          <a:spcPct val="100000"/>
        </a:lnSpc>
        <a:spcBef>
          <a:spcPts val="600"/>
        </a:spcBef>
        <a:spcAft>
          <a:spcPts val="0"/>
        </a:spcAft>
        <a:buClr>
          <a:schemeClr val="accent1"/>
        </a:buClr>
        <a:buFontTx/>
        <a:buNone/>
        <a:defRPr sz="2000" b="0" i="0" kern="1200" cap="none" spc="30" baseline="0">
          <a:solidFill>
            <a:schemeClr val="tx1"/>
          </a:solidFill>
          <a:latin typeface="+mn-lt"/>
          <a:ea typeface="+mn-ea"/>
          <a:cs typeface="Tahoma" pitchFamily="34" charset="0"/>
        </a:defRPr>
      </a:lvl1pPr>
      <a:lvl2pPr marL="0" indent="0" algn="r" defTabSz="914400" rtl="1" eaLnBrk="1" latinLnBrk="0" hangingPunct="1">
        <a:lnSpc>
          <a:spcPct val="100000"/>
        </a:lnSpc>
        <a:spcBef>
          <a:spcPts val="1200"/>
        </a:spcBef>
        <a:buClr>
          <a:schemeClr val="accent1"/>
        </a:buClr>
        <a:buFontTx/>
        <a:buNone/>
        <a:defRPr sz="1800" kern="1200">
          <a:solidFill>
            <a:schemeClr val="tx2"/>
          </a:solidFill>
          <a:latin typeface="+mn-lt"/>
          <a:ea typeface="+mn-ea"/>
          <a:cs typeface="Tahoma" pitchFamily="34" charset="0"/>
        </a:defRPr>
      </a:lvl2pPr>
      <a:lvl3pPr marL="0" indent="0" algn="r" defTabSz="914400" rtl="1" eaLnBrk="1" latinLnBrk="0" hangingPunct="1">
        <a:lnSpc>
          <a:spcPct val="100000"/>
        </a:lnSpc>
        <a:spcBef>
          <a:spcPts val="1200"/>
        </a:spcBef>
        <a:buClr>
          <a:schemeClr val="accent1"/>
        </a:buClr>
        <a:buFontTx/>
        <a:buNone/>
        <a:defRPr sz="1600" kern="1200">
          <a:solidFill>
            <a:schemeClr val="tx1"/>
          </a:solidFill>
          <a:latin typeface="+mn-lt"/>
          <a:ea typeface="+mn-ea"/>
          <a:cs typeface="Tahoma" pitchFamily="34" charset="0"/>
        </a:defRPr>
      </a:lvl3pPr>
      <a:lvl4pPr marL="0" indent="0" algn="r" defTabSz="914400" rtl="1" eaLnBrk="1" latinLnBrk="0" hangingPunct="1">
        <a:lnSpc>
          <a:spcPct val="100000"/>
        </a:lnSpc>
        <a:spcBef>
          <a:spcPts val="1200"/>
        </a:spcBef>
        <a:buClr>
          <a:schemeClr val="accent1"/>
        </a:buClr>
        <a:buFontTx/>
        <a:buNone/>
        <a:defRPr sz="1400" kern="1200">
          <a:solidFill>
            <a:schemeClr val="tx2"/>
          </a:solidFill>
          <a:latin typeface="+mn-lt"/>
          <a:ea typeface="+mn-ea"/>
          <a:cs typeface="Tahoma" pitchFamily="34" charset="0"/>
        </a:defRPr>
      </a:lvl4pPr>
      <a:lvl5pPr marL="0" indent="0" algn="r" defTabSz="914400" rtl="1" eaLnBrk="1" latinLnBrk="0" hangingPunct="1">
        <a:lnSpc>
          <a:spcPct val="100000"/>
        </a:lnSpc>
        <a:spcBef>
          <a:spcPts val="1200"/>
        </a:spcBef>
        <a:buClr>
          <a:schemeClr val="accent1"/>
        </a:buClr>
        <a:buFontTx/>
        <a:buNone/>
        <a:defRPr sz="1400" kern="1200" baseline="0">
          <a:solidFill>
            <a:schemeClr val="tx1"/>
          </a:solidFill>
          <a:latin typeface="+mn-lt"/>
          <a:ea typeface="+mn-ea"/>
          <a:cs typeface="Tahoma" pitchFamily="34" charset="0"/>
        </a:defRPr>
      </a:lvl5pPr>
      <a:lvl6pPr marL="0" indent="0" algn="r" defTabSz="914400" rtl="1"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6pPr>
      <a:lvl7pPr marL="0" indent="0" algn="r" defTabSz="914400" rtl="1"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7pPr>
      <a:lvl8pPr marL="0" indent="0" algn="r" defTabSz="914400" rtl="1"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8pPr>
      <a:lvl9pPr marL="0" indent="0" algn="r" defTabSz="914400" rtl="1"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bwMode="hidden">
          <a:xfrm>
            <a:off x="0" y="1335973"/>
            <a:ext cx="9144000" cy="5522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2019301"/>
            <a:ext cx="8229600" cy="41173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81325" y="273180"/>
            <a:ext cx="3181350" cy="292100"/>
          </a:xfrm>
          <a:prstGeom prst="rect">
            <a:avLst/>
          </a:prstGeom>
        </p:spPr>
        <p:txBody>
          <a:bodyPr vert="horz" lIns="91440" tIns="45720" rIns="91440" bIns="45720" rtlCol="0" anchor="ctr">
            <a:noAutofit/>
          </a:bodyPr>
          <a:lstStyle>
            <a:lvl1pPr algn="ctr">
              <a:defRPr sz="1200" b="0" cap="all" spc="300" baseline="0">
                <a:solidFill>
                  <a:schemeClr val="tx1"/>
                </a:solidFill>
              </a:defRPr>
            </a:lvl1pPr>
          </a:lstStyle>
          <a:p>
            <a:pPr>
              <a:defRPr/>
            </a:pPr>
            <a:fld id="{A2055929-C66A-4CBC-98A6-213ED658AAC6}" type="datetimeFigureOut">
              <a:rPr lang="fr-FR" smtClean="0"/>
              <a:pPr>
                <a:defRPr/>
              </a:pPr>
              <a:t>28/04/2025</a:t>
            </a:fld>
            <a:endParaRPr lang="fr-FR"/>
          </a:p>
        </p:txBody>
      </p:sp>
      <p:sp>
        <p:nvSpPr>
          <p:cNvPr id="5" name="Footer Placeholder 4"/>
          <p:cNvSpPr>
            <a:spLocks noGrp="1"/>
          </p:cNvSpPr>
          <p:nvPr>
            <p:ph type="ftr" sz="quarter" idx="3"/>
          </p:nvPr>
        </p:nvSpPr>
        <p:spPr>
          <a:xfrm>
            <a:off x="1447800" y="6486525"/>
            <a:ext cx="6248400" cy="292100"/>
          </a:xfrm>
          <a:prstGeom prst="rect">
            <a:avLst/>
          </a:prstGeom>
        </p:spPr>
        <p:txBody>
          <a:bodyPr vert="horz" lIns="91440" tIns="45720" rIns="91440" bIns="45720" rtlCol="0" anchor="ctr">
            <a:normAutofit/>
          </a:bodyPr>
          <a:lstStyle>
            <a:lvl1pPr algn="ctr">
              <a:defRPr sz="1100" b="0" cap="all" spc="300" baseline="0">
                <a:solidFill>
                  <a:schemeClr val="tx1"/>
                </a:solidFill>
              </a:defRPr>
            </a:lvl1pPr>
          </a:lstStyle>
          <a:p>
            <a:pPr>
              <a:defRPr/>
            </a:pPr>
            <a:endParaRPr lang="fr-FR"/>
          </a:p>
        </p:txBody>
      </p:sp>
      <p:sp>
        <p:nvSpPr>
          <p:cNvPr id="6" name="Slide Number Placeholder 5"/>
          <p:cNvSpPr>
            <a:spLocks noGrp="1"/>
          </p:cNvSpPr>
          <p:nvPr>
            <p:ph type="sldNum" sz="quarter" idx="4"/>
          </p:nvPr>
        </p:nvSpPr>
        <p:spPr>
          <a:xfrm>
            <a:off x="4038600" y="6172200"/>
            <a:ext cx="1066800" cy="304800"/>
          </a:xfrm>
          <a:prstGeom prst="rect">
            <a:avLst/>
          </a:prstGeom>
          <a:ln>
            <a:noFill/>
          </a:ln>
        </p:spPr>
        <p:txBody>
          <a:bodyPr vert="horz" lIns="0" tIns="0" rIns="0" bIns="0" rtlCol="0" anchor="ctr">
            <a:normAutofit/>
          </a:bodyPr>
          <a:lstStyle>
            <a:lvl1pPr algn="ctr">
              <a:defRPr sz="1200" b="1">
                <a:solidFill>
                  <a:schemeClr val="tx1"/>
                </a:solidFill>
              </a:defRPr>
            </a:lvl1pPr>
          </a:lstStyle>
          <a:p>
            <a:pPr>
              <a:defRPr/>
            </a:pPr>
            <a:fld id="{2B6E67E3-1D18-4A7A-B715-76F61D9561D6}" type="slidenum">
              <a:rPr lang="fr-FR" smtClean="0"/>
              <a:pPr>
                <a:defRPr/>
              </a:pPr>
              <a:t>‹#›</a:t>
            </a:fld>
            <a:endParaRPr lang="fr-FR"/>
          </a:p>
        </p:txBody>
      </p:sp>
      <p:cxnSp>
        <p:nvCxnSpPr>
          <p:cNvPr id="10" name="Straight Connector 9"/>
          <p:cNvCxnSpPr/>
          <p:nvPr/>
        </p:nvCxnSpPr>
        <p:spPr>
          <a:xfrm>
            <a:off x="0" y="1331436"/>
            <a:ext cx="9144000" cy="1588"/>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2514600" y="975360"/>
            <a:ext cx="4114800" cy="70104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r>
              <a:rPr lang="en-US" smtClean="0"/>
              <a:t>Click to edit Master title style</a:t>
            </a:r>
            <a:endParaRPr lang="en-US" dirty="0"/>
          </a:p>
        </p:txBody>
      </p:sp>
      <p:sp>
        <p:nvSpPr>
          <p:cNvPr id="9" name="Rectangle 8"/>
          <p:cNvSpPr/>
          <p:nvPr/>
        </p:nvSpPr>
        <p:spPr>
          <a:xfrm rot="5400000">
            <a:off x="8473620" y="5799923"/>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sz="1200" dirty="0">
                <a:solidFill>
                  <a:prstClr val="black"/>
                </a:solidFill>
              </a:rPr>
              <a:t>© Copyright Showeet.com</a:t>
            </a:r>
          </a:p>
        </p:txBody>
      </p:sp>
    </p:spTree>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914400" rtl="1" eaLnBrk="1" latinLnBrk="0" hangingPunct="1">
        <a:spcBef>
          <a:spcPts val="400"/>
        </a:spcBef>
        <a:buNone/>
        <a:defRPr sz="1800" b="1" kern="1200" cap="all" spc="0" baseline="0">
          <a:solidFill>
            <a:schemeClr val="bg1">
              <a:lumMod val="75000"/>
              <a:lumOff val="25000"/>
            </a:schemeClr>
          </a:solidFill>
          <a:effectLst/>
          <a:latin typeface="+mj-lt"/>
          <a:ea typeface="+mj-ea"/>
          <a:cs typeface="Tunga" pitchFamily="2"/>
        </a:defRPr>
      </a:lvl1pPr>
    </p:titleStyle>
    <p:bodyStyle>
      <a:lvl1pPr marL="0" indent="0" algn="r" defTabSz="914400" rtl="1" eaLnBrk="1" latinLnBrk="0" hangingPunct="1">
        <a:lnSpc>
          <a:spcPct val="100000"/>
        </a:lnSpc>
        <a:spcBef>
          <a:spcPts val="600"/>
        </a:spcBef>
        <a:spcAft>
          <a:spcPts val="0"/>
        </a:spcAft>
        <a:buClr>
          <a:schemeClr val="accent1"/>
        </a:buClr>
        <a:buFontTx/>
        <a:buNone/>
        <a:defRPr sz="2000" b="0" i="0" kern="1200" cap="none" spc="30" baseline="0">
          <a:solidFill>
            <a:schemeClr val="tx1"/>
          </a:solidFill>
          <a:latin typeface="+mn-lt"/>
          <a:ea typeface="+mn-ea"/>
          <a:cs typeface="Tahoma" pitchFamily="34" charset="0"/>
        </a:defRPr>
      </a:lvl1pPr>
      <a:lvl2pPr marL="0" indent="0" algn="r" defTabSz="914400" rtl="1" eaLnBrk="1" latinLnBrk="0" hangingPunct="1">
        <a:lnSpc>
          <a:spcPct val="100000"/>
        </a:lnSpc>
        <a:spcBef>
          <a:spcPts val="1200"/>
        </a:spcBef>
        <a:buClr>
          <a:schemeClr val="accent1"/>
        </a:buClr>
        <a:buFontTx/>
        <a:buNone/>
        <a:defRPr sz="1800" kern="1200">
          <a:solidFill>
            <a:schemeClr val="tx2"/>
          </a:solidFill>
          <a:latin typeface="+mn-lt"/>
          <a:ea typeface="+mn-ea"/>
          <a:cs typeface="Tahoma" pitchFamily="34" charset="0"/>
        </a:defRPr>
      </a:lvl2pPr>
      <a:lvl3pPr marL="0" indent="0" algn="r" defTabSz="914400" rtl="1" eaLnBrk="1" latinLnBrk="0" hangingPunct="1">
        <a:lnSpc>
          <a:spcPct val="100000"/>
        </a:lnSpc>
        <a:spcBef>
          <a:spcPts val="1200"/>
        </a:spcBef>
        <a:buClr>
          <a:schemeClr val="accent1"/>
        </a:buClr>
        <a:buFontTx/>
        <a:buNone/>
        <a:defRPr sz="1600" kern="1200">
          <a:solidFill>
            <a:schemeClr val="tx1"/>
          </a:solidFill>
          <a:latin typeface="+mn-lt"/>
          <a:ea typeface="+mn-ea"/>
          <a:cs typeface="Tahoma" pitchFamily="34" charset="0"/>
        </a:defRPr>
      </a:lvl3pPr>
      <a:lvl4pPr marL="0" indent="0" algn="r" defTabSz="914400" rtl="1" eaLnBrk="1" latinLnBrk="0" hangingPunct="1">
        <a:lnSpc>
          <a:spcPct val="100000"/>
        </a:lnSpc>
        <a:spcBef>
          <a:spcPts val="1200"/>
        </a:spcBef>
        <a:buClr>
          <a:schemeClr val="accent1"/>
        </a:buClr>
        <a:buFontTx/>
        <a:buNone/>
        <a:defRPr sz="1400" kern="1200">
          <a:solidFill>
            <a:schemeClr val="tx2"/>
          </a:solidFill>
          <a:latin typeface="+mn-lt"/>
          <a:ea typeface="+mn-ea"/>
          <a:cs typeface="Tahoma" pitchFamily="34" charset="0"/>
        </a:defRPr>
      </a:lvl4pPr>
      <a:lvl5pPr marL="0" indent="0" algn="r" defTabSz="914400" rtl="1" eaLnBrk="1" latinLnBrk="0" hangingPunct="1">
        <a:lnSpc>
          <a:spcPct val="100000"/>
        </a:lnSpc>
        <a:spcBef>
          <a:spcPts val="1200"/>
        </a:spcBef>
        <a:buClr>
          <a:schemeClr val="accent1"/>
        </a:buClr>
        <a:buFontTx/>
        <a:buNone/>
        <a:defRPr sz="1400" kern="1200" baseline="0">
          <a:solidFill>
            <a:schemeClr val="tx1"/>
          </a:solidFill>
          <a:latin typeface="+mn-lt"/>
          <a:ea typeface="+mn-ea"/>
          <a:cs typeface="Tahoma" pitchFamily="34" charset="0"/>
        </a:defRPr>
      </a:lvl5pPr>
      <a:lvl6pPr marL="0" indent="0" algn="r" defTabSz="914400" rtl="1"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6pPr>
      <a:lvl7pPr marL="0" indent="0" algn="r" defTabSz="914400" rtl="1"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7pPr>
      <a:lvl8pPr marL="0" indent="0" algn="r" defTabSz="914400" rtl="1"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8pPr>
      <a:lvl9pPr marL="0" indent="0" algn="r" defTabSz="914400" rtl="1"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338788085"/>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53874157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3869587816"/>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extLst>
              <a:ext uri="{BEBA8EAE-BF5A-486C-A8C5-ECC9F3942E4B}">
                <a14:imgProps xmlns:a14="http://schemas.microsoft.com/office/drawing/2010/main">
                  <a14:imgLayer r:embed="rId5">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fr-FR" dirty="0"/>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fld id="{361FA1CE-C640-4CE1-8D0A-EAE11EE28272}" type="datetimeFigureOut">
              <a:rPr lang="en-US" smtClean="0">
                <a:solidFill>
                  <a:prstClr val="black">
                    <a:tint val="75000"/>
                  </a:prstClr>
                </a:solidFill>
                <a:latin typeface="Calibri"/>
              </a:rPr>
              <a:pPr fontAlgn="auto">
                <a:spcBef>
                  <a:spcPts val="0"/>
                </a:spcBef>
                <a:spcAft>
                  <a:spcPts val="0"/>
                </a:spcAft>
              </a:pPr>
              <a:t>4/28/2025</a:t>
            </a:fld>
            <a:endParaRPr lang="en-US">
              <a:solidFill>
                <a:prstClr val="black">
                  <a:tint val="75000"/>
                </a:prstClr>
              </a:solidFill>
              <a:latin typeface="Calibri"/>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r>
              <a:rPr lang="en-US" dirty="0" smtClean="0">
                <a:solidFill>
                  <a:prstClr val="black">
                    <a:tint val="75000"/>
                  </a:prstClr>
                </a:solidFill>
                <a:latin typeface="Calibri"/>
              </a:rPr>
              <a:t>Footer</a:t>
            </a:r>
            <a:endParaRPr lang="en-US" dirty="0">
              <a:solidFill>
                <a:prstClr val="black">
                  <a:tint val="75000"/>
                </a:prstClr>
              </a:solidFill>
              <a:latin typeface="Calibri"/>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D44786E5-36B4-4750-9BD9-353AA4FBC168}"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
        <p:nvSpPr>
          <p:cNvPr id="8" name="Rectangle 7"/>
          <p:cNvSpPr/>
          <p:nvPr userDrawn="1"/>
        </p:nvSpPr>
        <p:spPr>
          <a:xfrm rot="5400000">
            <a:off x="8473620" y="5799923"/>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sz="1200" dirty="0">
                <a:solidFill>
                  <a:prstClr val="black"/>
                </a:solidFill>
              </a:rPr>
              <a:t>© Copyright Showeet.com</a:t>
            </a:r>
          </a:p>
        </p:txBody>
      </p:sp>
    </p:spTree>
    <p:extLst>
      <p:ext uri="{BB962C8B-B14F-4D97-AF65-F5344CB8AC3E}">
        <p14:creationId xmlns:p14="http://schemas.microsoft.com/office/powerpoint/2010/main" val="365604558"/>
      </p:ext>
    </p:extLst>
  </p:cSld>
  <p:clrMap bg1="lt1" tx1="dk1" bg2="lt2" tx2="dk2" accent1="accent1" accent2="accent2" accent3="accent3" accent4="accent4" accent5="accent5" accent6="accent6" hlink="hlink" folHlink="folHlink"/>
  <p:sldLayoutIdLst>
    <p:sldLayoutId id="2147483880" r:id="rId1"/>
    <p:sldLayoutId id="2147483881"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828163485"/>
      </p:ext>
    </p:extLst>
  </p:cSld>
  <p:clrMap bg1="lt1" tx1="dk1" bg2="lt2" tx2="dk2" accent1="accent1" accent2="accent2" accent3="accent3" accent4="accent4" accent5="accent5" accent6="accent6" hlink="hlink" folHlink="folHlink"/>
  <p:sldLayoutIdLst>
    <p:sldLayoutId id="2147484015" r:id="rId1"/>
    <p:sldLayoutId id="2147484016" r:id="rId2"/>
    <p:sldLayoutId id="2147484017" r:id="rId3"/>
    <p:sldLayoutId id="2147484018" r:id="rId4"/>
    <p:sldLayoutId id="2147484019" r:id="rId5"/>
    <p:sldLayoutId id="2147484020" r:id="rId6"/>
    <p:sldLayoutId id="2147484021" r:id="rId7"/>
    <p:sldLayoutId id="2147484022" r:id="rId8"/>
    <p:sldLayoutId id="2147484023" r:id="rId9"/>
    <p:sldLayoutId id="2147484024" r:id="rId10"/>
    <p:sldLayoutId id="2147484025"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646550807"/>
      </p:ext>
    </p:extLst>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 id="2147484033" r:id="rId7"/>
    <p:sldLayoutId id="2147484034" r:id="rId8"/>
    <p:sldLayoutId id="2147484035" r:id="rId9"/>
    <p:sldLayoutId id="2147484036" r:id="rId10"/>
    <p:sldLayoutId id="2147484037"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898041003"/>
      </p:ext>
    </p:extLst>
  </p:cSld>
  <p:clrMap bg1="lt1" tx1="dk1" bg2="lt2" tx2="dk2" accent1="accent1" accent2="accent2" accent3="accent3" accent4="accent4" accent5="accent5" accent6="accent6" hlink="hlink" folHlink="folHlink"/>
  <p:sldLayoutIdLst>
    <p:sldLayoutId id="2147484039"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 id="2147484048" r:id="rId10"/>
    <p:sldLayoutId id="2147484049"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573893018"/>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720097529"/>
      </p:ext>
    </p:extLst>
  </p:cSld>
  <p:clrMap bg1="lt1" tx1="dk1" bg2="lt2" tx2="dk2" accent1="accent1" accent2="accent2" accent3="accent3" accent4="accent4" accent5="accent5" accent6="accent6" hlink="hlink" folHlink="folHlink"/>
  <p:sldLayoutIdLst>
    <p:sldLayoutId id="2147484063" r:id="rId1"/>
    <p:sldLayoutId id="2147484064" r:id="rId2"/>
    <p:sldLayoutId id="2147484065" r:id="rId3"/>
    <p:sldLayoutId id="2147484066" r:id="rId4"/>
    <p:sldLayoutId id="2147484067" r:id="rId5"/>
    <p:sldLayoutId id="2147484068" r:id="rId6"/>
    <p:sldLayoutId id="2147484069" r:id="rId7"/>
    <p:sldLayoutId id="2147484070" r:id="rId8"/>
    <p:sldLayoutId id="2147484071" r:id="rId9"/>
    <p:sldLayoutId id="2147484072" r:id="rId10"/>
    <p:sldLayoutId id="2147484073"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1373836389"/>
      </p:ext>
    </p:extLst>
  </p:cSld>
  <p:clrMap bg1="lt1" tx1="dk1" bg2="lt2" tx2="dk2" accent1="accent1" accent2="accent2" accent3="accent3" accent4="accent4" accent5="accent5" accent6="accent6" hlink="hlink" folHlink="folHlink"/>
  <p:sldLayoutIdLst>
    <p:sldLayoutId id="2147484075" r:id="rId1"/>
    <p:sldLayoutId id="2147484076" r:id="rId2"/>
    <p:sldLayoutId id="2147484077" r:id="rId3"/>
    <p:sldLayoutId id="2147484078" r:id="rId4"/>
    <p:sldLayoutId id="2147484079" r:id="rId5"/>
    <p:sldLayoutId id="2147484080" r:id="rId6"/>
    <p:sldLayoutId id="2147484081" r:id="rId7"/>
    <p:sldLayoutId id="2147484082" r:id="rId8"/>
    <p:sldLayoutId id="2147484083" r:id="rId9"/>
    <p:sldLayoutId id="2147484084" r:id="rId10"/>
    <p:sldLayoutId id="2147484085"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extLst>
              <a:ext uri="{BEBA8EAE-BF5A-486C-A8C5-ECC9F3942E4B}">
                <a14:imgProps xmlns:a14="http://schemas.microsoft.com/office/drawing/2010/main">
                  <a14:imgLayer r:embed="rId14">
                    <a14:imgEffect>
                      <a14:sharpenSoften amount="-100000"/>
                    </a14:imgEffect>
                    <a14:imgEffect>
                      <a14:brightnessContrast bright="-5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A2055929-C66A-4CBC-98A6-213ED658AAC6}" type="datetimeFigureOut">
              <a:rPr lang="fr-FR">
                <a:solidFill>
                  <a:prstClr val="black">
                    <a:tint val="75000"/>
                  </a:prstClr>
                </a:solidFill>
              </a:rPr>
              <a:pPr>
                <a:defRPr/>
              </a:pPr>
              <a:t>28/04/2025</a:t>
            </a:fld>
            <a:endParaRPr lang="fr-FR">
              <a:solidFill>
                <a:prstClr val="black">
                  <a:tint val="75000"/>
                </a:prstClr>
              </a:solidFill>
            </a:endParaRP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FR">
              <a:solidFill>
                <a:prstClr val="black">
                  <a:tint val="75000"/>
                </a:prstClr>
              </a:solidFill>
            </a:endParaRP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2B6E67E3-1D18-4A7A-B715-76F61D9561D6}" type="slidenum">
              <a:rPr lang="fr-FR">
                <a:solidFill>
                  <a:prstClr val="black">
                    <a:tint val="75000"/>
                  </a:prstClr>
                </a:solidFill>
              </a:rPr>
              <a:pPr>
                <a:defRPr/>
              </a:pPr>
              <a:t>‹#›</a:t>
            </a:fld>
            <a:endParaRPr lang="fr-FR">
              <a:solidFill>
                <a:prstClr val="black">
                  <a:tint val="75000"/>
                </a:prstClr>
              </a:solidFill>
            </a:endParaRPr>
          </a:p>
        </p:txBody>
      </p:sp>
    </p:spTree>
    <p:extLst>
      <p:ext uri="{BB962C8B-B14F-4D97-AF65-F5344CB8AC3E}">
        <p14:creationId xmlns:p14="http://schemas.microsoft.com/office/powerpoint/2010/main" val="519747260"/>
      </p:ext>
    </p:extLst>
  </p:cSld>
  <p:clrMap bg1="lt1" tx1="dk1" bg2="lt2" tx2="dk2" accent1="accent1" accent2="accent2" accent3="accent3" accent4="accent4" accent5="accent5" accent6="accent6" hlink="hlink" folHlink="folHlink"/>
  <p:sldLayoutIdLst>
    <p:sldLayoutId id="2147484087" r:id="rId1"/>
    <p:sldLayoutId id="2147484088" r:id="rId2"/>
    <p:sldLayoutId id="2147484089" r:id="rId3"/>
    <p:sldLayoutId id="2147484090" r:id="rId4"/>
    <p:sldLayoutId id="2147484091" r:id="rId5"/>
    <p:sldLayoutId id="2147484092" r:id="rId6"/>
    <p:sldLayoutId id="2147484093" r:id="rId7"/>
    <p:sldLayoutId id="2147484094" r:id="rId8"/>
    <p:sldLayoutId id="2147484095" r:id="rId9"/>
    <p:sldLayoutId id="2147484096" r:id="rId10"/>
    <p:sldLayoutId id="2147484097" r:id="rId11"/>
  </p:sldLayoutIdLst>
  <p:txStyles>
    <p:titleStyle>
      <a:lvl1pPr algn="ctr" rtl="1" eaLnBrk="1" fontAlgn="base" hangingPunct="1">
        <a:spcBef>
          <a:spcPct val="0"/>
        </a:spcBef>
        <a:spcAft>
          <a:spcPct val="0"/>
        </a:spcAft>
        <a:defRPr sz="4400" kern="1200">
          <a:solidFill>
            <a:schemeClr val="tx1"/>
          </a:solidFill>
          <a:latin typeface="+mj-lt"/>
          <a:ea typeface="+mj-ea"/>
          <a:cs typeface="+mj-cs"/>
        </a:defRPr>
      </a:lvl1pPr>
      <a:lvl2pPr algn="ctr" rtl="1" eaLnBrk="1" fontAlgn="base" hangingPunct="1">
        <a:spcBef>
          <a:spcPct val="0"/>
        </a:spcBef>
        <a:spcAft>
          <a:spcPct val="0"/>
        </a:spcAft>
        <a:defRPr sz="4400">
          <a:solidFill>
            <a:schemeClr val="tx1"/>
          </a:solidFill>
          <a:latin typeface="Calibri" pitchFamily="34" charset="0"/>
        </a:defRPr>
      </a:lvl2pPr>
      <a:lvl3pPr algn="ctr" rtl="1" eaLnBrk="1" fontAlgn="base" hangingPunct="1">
        <a:spcBef>
          <a:spcPct val="0"/>
        </a:spcBef>
        <a:spcAft>
          <a:spcPct val="0"/>
        </a:spcAft>
        <a:defRPr sz="4400">
          <a:solidFill>
            <a:schemeClr val="tx1"/>
          </a:solidFill>
          <a:latin typeface="Calibri" pitchFamily="34" charset="0"/>
        </a:defRPr>
      </a:lvl3pPr>
      <a:lvl4pPr algn="ctr" rtl="1" eaLnBrk="1" fontAlgn="base" hangingPunct="1">
        <a:spcBef>
          <a:spcPct val="0"/>
        </a:spcBef>
        <a:spcAft>
          <a:spcPct val="0"/>
        </a:spcAft>
        <a:defRPr sz="4400">
          <a:solidFill>
            <a:schemeClr val="tx1"/>
          </a:solidFill>
          <a:latin typeface="Calibri" pitchFamily="34" charset="0"/>
        </a:defRPr>
      </a:lvl4pPr>
      <a:lvl5pPr algn="ctr" rtl="1" eaLnBrk="1" fontAlgn="base" hangingPunct="1">
        <a:spcBef>
          <a:spcPct val="0"/>
        </a:spcBef>
        <a:spcAft>
          <a:spcPct val="0"/>
        </a:spcAft>
        <a:defRPr sz="4400">
          <a:solidFill>
            <a:schemeClr val="tx1"/>
          </a:solidFill>
          <a:latin typeface="Calibri" pitchFamily="34" charset="0"/>
        </a:defRPr>
      </a:lvl5pPr>
      <a:lvl6pPr marL="457200" algn="ctr" rtl="1" eaLnBrk="1" fontAlgn="base" hangingPunct="1">
        <a:spcBef>
          <a:spcPct val="0"/>
        </a:spcBef>
        <a:spcAft>
          <a:spcPct val="0"/>
        </a:spcAft>
        <a:defRPr sz="4400">
          <a:solidFill>
            <a:schemeClr val="tx1"/>
          </a:solidFill>
          <a:latin typeface="Calibri" pitchFamily="34" charset="0"/>
        </a:defRPr>
      </a:lvl6pPr>
      <a:lvl7pPr marL="914400" algn="ctr" rtl="1" eaLnBrk="1" fontAlgn="base" hangingPunct="1">
        <a:spcBef>
          <a:spcPct val="0"/>
        </a:spcBef>
        <a:spcAft>
          <a:spcPct val="0"/>
        </a:spcAft>
        <a:defRPr sz="4400">
          <a:solidFill>
            <a:schemeClr val="tx1"/>
          </a:solidFill>
          <a:latin typeface="Calibri" pitchFamily="34" charset="0"/>
        </a:defRPr>
      </a:lvl7pPr>
      <a:lvl8pPr marL="1371600" algn="ctr" rtl="1" eaLnBrk="1" fontAlgn="base" hangingPunct="1">
        <a:spcBef>
          <a:spcPct val="0"/>
        </a:spcBef>
        <a:spcAft>
          <a:spcPct val="0"/>
        </a:spcAft>
        <a:defRPr sz="4400">
          <a:solidFill>
            <a:schemeClr val="tx1"/>
          </a:solidFill>
          <a:latin typeface="Calibri" pitchFamily="34" charset="0"/>
        </a:defRPr>
      </a:lvl8pPr>
      <a:lvl9pPr marL="1828800" algn="ctr" rtl="1" eaLnBrk="1" fontAlgn="base" hangingPunct="1">
        <a:spcBef>
          <a:spcPct val="0"/>
        </a:spcBef>
        <a:spcAft>
          <a:spcPct val="0"/>
        </a:spcAft>
        <a:defRPr sz="4400">
          <a:solidFill>
            <a:schemeClr val="tx1"/>
          </a:solidFill>
          <a:latin typeface="Calibri" pitchFamily="34" charset="0"/>
        </a:defRPr>
      </a:lvl9pPr>
    </p:titleStyle>
    <p:bodyStyle>
      <a:lvl1pPr marL="342900" indent="-342900" algn="r" rtl="1"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9.xml"/><Relationship Id="rId1" Type="http://schemas.openxmlformats.org/officeDocument/2006/relationships/themeOverride" Target="../theme/themeOverr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themeOverride" Target="../theme/themeOverr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8.xml"/><Relationship Id="rId1" Type="http://schemas.openxmlformats.org/officeDocument/2006/relationships/themeOverride" Target="../theme/themeOverr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9.xml"/><Relationship Id="rId1" Type="http://schemas.openxmlformats.org/officeDocument/2006/relationships/themeOverride" Target="../theme/themeOverride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p:nvPr/>
        </p:nvSpPr>
        <p:spPr>
          <a:xfrm>
            <a:off x="1076128" y="3140968"/>
            <a:ext cx="6947736" cy="1107996"/>
          </a:xfrm>
          <a:prstGeom prst="rect">
            <a:avLst/>
          </a:prstGeom>
        </p:spPr>
        <p:txBody>
          <a:bodyPr wrap="none">
            <a:spAutoFit/>
          </a:bodyPr>
          <a:lstStyle/>
          <a:p>
            <a:pPr algn="ctr" rtl="1"/>
            <a:r>
              <a:rPr lang="fa-IR" sz="6600" dirty="0">
                <a:ln w="0"/>
                <a:solidFill>
                  <a:schemeClr val="accent1"/>
                </a:solidFill>
                <a:effectLst>
                  <a:outerShdw blurRad="38100" dist="38100" dir="2700000" algn="tl">
                    <a:srgbClr val="000000">
                      <a:alpha val="43137"/>
                    </a:srgbClr>
                  </a:outerShdw>
                </a:effectLst>
                <a:latin typeface="Lucida Sans Unicode" pitchFamily="34" charset="0"/>
                <a:cs typeface="B Titr" panose="00000700000000000000" pitchFamily="2" charset="-78"/>
              </a:rPr>
              <a:t>تضمین کیفیت نرم افزار</a:t>
            </a:r>
            <a:endParaRPr lang="en-US" sz="6600" dirty="0">
              <a:ln w="0"/>
              <a:solidFill>
                <a:schemeClr val="accent1"/>
              </a:solidFill>
              <a:effectLst>
                <a:outerShdw blurRad="38100" dist="38100" dir="2700000" algn="tl">
                  <a:srgbClr val="000000">
                    <a:alpha val="43137"/>
                  </a:srgbClr>
                </a:outerShdw>
              </a:effectLst>
              <a:latin typeface="Lucida Sans Unicode" pitchFamily="34" charset="0"/>
              <a:cs typeface="B Titr" panose="00000700000000000000" pitchFamily="2" charset="-7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Espace réservé du contenu 2"/>
          <p:cNvSpPr>
            <a:spLocks noGrp="1"/>
          </p:cNvSpPr>
          <p:nvPr>
            <p:ph idx="1"/>
          </p:nvPr>
        </p:nvSpPr>
        <p:spPr>
          <a:xfrm>
            <a:off x="2311772" y="17190"/>
            <a:ext cx="6840760" cy="6669360"/>
          </a:xfrm>
        </p:spPr>
        <p:txBody>
          <a:bodyPr/>
          <a:lstStyle/>
          <a:p>
            <a:pPr algn="just">
              <a:lnSpc>
                <a:spcPct val="150000"/>
              </a:lnSpc>
            </a:pPr>
            <a:r>
              <a:rPr lang="fa-IR" sz="2800" dirty="0"/>
              <a:t> </a:t>
            </a:r>
            <a:r>
              <a:rPr lang="fa-IR" sz="2400" dirty="0">
                <a:cs typeface="2  Mitra_4 (MRT)" pitchFamily="2" charset="-78"/>
              </a:rPr>
              <a:t>تضمین کیفیت نرم افزار چه اهمیتی دارد؟ از آن جهت اهمیت دارد که اگر یک تیم نرم افزاری در همه ی فعالیت های مهندسی نرم افزار بر کیفیت تاکید کند از مقدار دوباره کاری ها خواهد کاست و این منجر به کاهش هزینه ها و مهم تر از آن تسریع در زمان تحویل به بازار می شود.</a:t>
            </a:r>
            <a:endParaRPr lang="en-US" sz="2400" dirty="0">
              <a:cs typeface="2  Mitra_4 (MRT)" pitchFamily="2" charset="-78"/>
            </a:endParaRPr>
          </a:p>
          <a:p>
            <a:pPr algn="just">
              <a:lnSpc>
                <a:spcPct val="150000"/>
              </a:lnSpc>
            </a:pPr>
            <a:r>
              <a:rPr lang="fa-IR" sz="2400" dirty="0">
                <a:cs typeface="2  Mitra_4 (MRT)" pitchFamily="2" charset="-78"/>
              </a:rPr>
              <a:t>      پیش از آن که بتوان فعالیت های تضمین کیفیت را آغاز کرد تعریف کیفیت نرم افزار در چند سطح متفاوت از انتزاع اهمیت دارد. هنگامی که دانستید کیفیت چیست تیم نرم افزار باید یک مجوعه فعالیت </a:t>
            </a:r>
            <a:r>
              <a:rPr lang="en-US" sz="2400" dirty="0">
                <a:cs typeface="2  Mitra_4 (MRT)" pitchFamily="2" charset="-78"/>
              </a:rPr>
              <a:t>SQA</a:t>
            </a:r>
            <a:r>
              <a:rPr lang="fa-IR" sz="2400" dirty="0">
                <a:cs typeface="2  Mitra_4 (MRT)" pitchFamily="2" charset="-78"/>
              </a:rPr>
              <a:t> را شناسایی کند که خطاها را پیش از تحویل محصولات کاری از آن ها جدا کند.</a:t>
            </a:r>
            <a:endParaRPr lang="en-US" sz="2400" dirty="0">
              <a:cs typeface="2  Mitra_4 (MRT)" pitchFamily="2" charset="-78"/>
            </a:endParaRPr>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circle(in)">
                                      <p:cBhvr>
                                        <p:cTn id="7" dur="20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circle(in)">
                                      <p:cBhvr>
                                        <p:cTn id="12" dur="2000"/>
                                        <p:tgtEl>
                                          <p:spTgt spid="3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Espace réservé du contenu 2"/>
          <p:cNvSpPr>
            <a:spLocks noGrp="1"/>
          </p:cNvSpPr>
          <p:nvPr>
            <p:ph idx="1"/>
          </p:nvPr>
        </p:nvSpPr>
        <p:spPr>
          <a:xfrm>
            <a:off x="2311772" y="17190"/>
            <a:ext cx="6840760" cy="6669360"/>
          </a:xfrm>
        </p:spPr>
        <p:txBody>
          <a:bodyPr/>
          <a:lstStyle/>
          <a:p>
            <a:pPr algn="just">
              <a:lnSpc>
                <a:spcPct val="150000"/>
              </a:lnSpc>
            </a:pPr>
            <a:r>
              <a:rPr lang="fa-IR" sz="2600" dirty="0">
                <a:solidFill>
                  <a:schemeClr val="bg1"/>
                </a:solidFill>
                <a:cs typeface="2  Mitra_4 (MRT)" pitchFamily="2" charset="-78"/>
              </a:rPr>
              <a:t> طی تحلیل، طراحی و تولید کد، محصول کاری اولیه ی </a:t>
            </a:r>
            <a:r>
              <a:rPr lang="en-US" sz="2600" dirty="0">
                <a:solidFill>
                  <a:schemeClr val="bg1"/>
                </a:solidFill>
                <a:cs typeface="2  Mitra_4 (MRT)" pitchFamily="2" charset="-78"/>
              </a:rPr>
              <a:t>SQA، </a:t>
            </a:r>
            <a:r>
              <a:rPr lang="fa-IR" sz="2600" dirty="0">
                <a:solidFill>
                  <a:schemeClr val="bg1"/>
                </a:solidFill>
                <a:cs typeface="2  Mitra_4 (MRT)" pitchFamily="2" charset="-78"/>
              </a:rPr>
              <a:t>یک گزارش خلاصه از بازبینی فنی رسمی است. در اثنای آزمون روال ها و طرح های آزمون تولید می شود. محصولات کاری دیگر مرتبط با بهسازی فرایند نیز ممکن است تولید شوند.</a:t>
            </a:r>
          </a:p>
          <a:p>
            <a:pPr algn="just">
              <a:lnSpc>
                <a:spcPct val="150000"/>
              </a:lnSpc>
            </a:pPr>
            <a:r>
              <a:rPr lang="fa-IR" sz="2600" dirty="0">
                <a:solidFill>
                  <a:schemeClr val="bg1"/>
                </a:solidFill>
                <a:cs typeface="2  Mitra_4 (MRT)" pitchFamily="2" charset="-78"/>
              </a:rPr>
              <a:t>      هدف واحد مهندسی نرم افزار تولید نرم افزاری با تولید بالاست.</a:t>
            </a:r>
          </a:p>
          <a:p>
            <a:pPr algn="just">
              <a:lnSpc>
                <a:spcPct val="150000"/>
              </a:lnSpc>
            </a:pPr>
            <a:r>
              <a:rPr lang="fa-IR" sz="2600" dirty="0">
                <a:solidFill>
                  <a:schemeClr val="bg1"/>
                </a:solidFill>
                <a:cs typeface="2  Mitra_4 (MRT)" pitchFamily="2" charset="-78"/>
              </a:rPr>
              <a:t>      کیفیت در واقع مفهومی چالش برانگیز است. تضمین کیفیت نرم افزار یک فعالیت چتری است.</a:t>
            </a:r>
            <a:endParaRPr lang="en-US" sz="2600" dirty="0">
              <a:solidFill>
                <a:schemeClr val="bg1"/>
              </a:solidFill>
              <a:cs typeface="2  Mitra_4 (MRT)" pitchFamily="2" charset="-78"/>
            </a:endParaRPr>
          </a:p>
        </p:txBody>
      </p:sp>
    </p:spTree>
    <p:extLst>
      <p:ext uri="{BB962C8B-B14F-4D97-AF65-F5344CB8AC3E}">
        <p14:creationId xmlns:p14="http://schemas.microsoft.com/office/powerpoint/2010/main" val="1869820022"/>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circle(in)">
                                      <p:cBhvr>
                                        <p:cTn id="7" dur="20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circle(in)">
                                      <p:cBhvr>
                                        <p:cTn id="12" dur="20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circle(in)">
                                      <p:cBhvr>
                                        <p:cTn id="17" dur="2000"/>
                                        <p:tgtEl>
                                          <p:spTgt spid="3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Espace réservé du contenu 2"/>
          <p:cNvSpPr>
            <a:spLocks noGrp="1"/>
          </p:cNvSpPr>
          <p:nvPr>
            <p:ph idx="1"/>
          </p:nvPr>
        </p:nvSpPr>
        <p:spPr>
          <a:xfrm>
            <a:off x="2311772" y="17190"/>
            <a:ext cx="6840760" cy="6669360"/>
          </a:xfrm>
        </p:spPr>
        <p:txBody>
          <a:bodyPr/>
          <a:lstStyle/>
          <a:p>
            <a:pPr marL="0" indent="0" algn="just">
              <a:lnSpc>
                <a:spcPct val="150000"/>
              </a:lnSpc>
              <a:buNone/>
            </a:pPr>
            <a:r>
              <a:rPr lang="fa-IR" sz="2600" dirty="0">
                <a:cs typeface="2  Mitra_4 (MRT)" pitchFamily="2" charset="-78"/>
              </a:rPr>
              <a:t>تضمین کیفیت نرم افزار </a:t>
            </a:r>
            <a:r>
              <a:rPr lang="en-US" sz="2600" dirty="0">
                <a:cs typeface="2  Mitra_4 (MRT)" pitchFamily="2" charset="-78"/>
              </a:rPr>
              <a:t>SQA</a:t>
            </a:r>
            <a:r>
              <a:rPr lang="fa-IR" sz="2600" dirty="0">
                <a:cs typeface="2  Mitra_4 (MRT)" pitchFamily="2" charset="-78"/>
              </a:rPr>
              <a:t> شامل موارد زیر است:</a:t>
            </a:r>
            <a:endParaRPr lang="en-US" sz="2600" dirty="0">
              <a:cs typeface="2  Mitra_4 (MRT)" pitchFamily="2" charset="-78"/>
            </a:endParaRPr>
          </a:p>
          <a:p>
            <a:pPr lvl="0" algn="just">
              <a:lnSpc>
                <a:spcPct val="150000"/>
              </a:lnSpc>
            </a:pPr>
            <a:r>
              <a:rPr lang="fa-IR" sz="2600" dirty="0">
                <a:cs typeface="2  Mitra_4 (MRT)" pitchFamily="2" charset="-78"/>
              </a:rPr>
              <a:t>یک فرایند </a:t>
            </a:r>
            <a:r>
              <a:rPr lang="en-US" sz="2600" dirty="0">
                <a:cs typeface="2  Mitra_4 (MRT)" pitchFamily="2" charset="-78"/>
              </a:rPr>
              <a:t>SQA</a:t>
            </a:r>
          </a:p>
          <a:p>
            <a:pPr lvl="0" algn="just">
              <a:lnSpc>
                <a:spcPct val="150000"/>
              </a:lnSpc>
            </a:pPr>
            <a:r>
              <a:rPr lang="fa-IR" sz="2600" dirty="0">
                <a:cs typeface="2  Mitra_4 (MRT)" pitchFamily="2" charset="-78"/>
              </a:rPr>
              <a:t>وظایف خاص تضمین کیفیت و کنترل کیفیت</a:t>
            </a:r>
            <a:endParaRPr lang="en-US" sz="2600" dirty="0">
              <a:cs typeface="2  Mitra_4 (MRT)" pitchFamily="2" charset="-78"/>
            </a:endParaRPr>
          </a:p>
          <a:p>
            <a:pPr lvl="0" algn="just">
              <a:lnSpc>
                <a:spcPct val="150000"/>
              </a:lnSpc>
            </a:pPr>
            <a:r>
              <a:rPr lang="fa-IR" sz="2600" dirty="0">
                <a:cs typeface="2  Mitra_4 (MRT)" pitchFamily="2" charset="-78"/>
              </a:rPr>
              <a:t>کار مهندسی نرم افزار اثربخش</a:t>
            </a:r>
            <a:endParaRPr lang="en-US" sz="2600" dirty="0">
              <a:cs typeface="2  Mitra_4 (MRT)" pitchFamily="2" charset="-78"/>
            </a:endParaRPr>
          </a:p>
          <a:p>
            <a:pPr lvl="0" algn="just">
              <a:lnSpc>
                <a:spcPct val="150000"/>
              </a:lnSpc>
            </a:pPr>
            <a:r>
              <a:rPr lang="fa-IR" sz="2600" dirty="0">
                <a:cs typeface="2  Mitra_4 (MRT)" pitchFamily="2" charset="-78"/>
              </a:rPr>
              <a:t>کنترل همه ی محصولات کاری نرم افزاری و تغییرات اعمال شده در آن ها</a:t>
            </a:r>
            <a:endParaRPr lang="en-US" sz="2600" dirty="0">
              <a:cs typeface="2  Mitra_4 (MRT)" pitchFamily="2" charset="-78"/>
            </a:endParaRPr>
          </a:p>
          <a:p>
            <a:pPr lvl="0" algn="just">
              <a:lnSpc>
                <a:spcPct val="150000"/>
              </a:lnSpc>
            </a:pPr>
            <a:r>
              <a:rPr lang="fa-IR" sz="2600" dirty="0">
                <a:cs typeface="2  Mitra_4 (MRT)" pitchFamily="2" charset="-78"/>
              </a:rPr>
              <a:t>رویه ای برای حصول اطمینان از مطابقت با استانداردهای توسعه ی نرم افزار</a:t>
            </a:r>
            <a:endParaRPr lang="en-US" sz="2600" dirty="0">
              <a:cs typeface="2  Mitra_4 (MRT)" pitchFamily="2" charset="-78"/>
            </a:endParaRPr>
          </a:p>
          <a:p>
            <a:pPr lvl="0" algn="just">
              <a:lnSpc>
                <a:spcPct val="150000"/>
              </a:lnSpc>
            </a:pPr>
            <a:r>
              <a:rPr lang="fa-IR" sz="2600" dirty="0">
                <a:cs typeface="2  Mitra_4 (MRT)" pitchFamily="2" charset="-78"/>
              </a:rPr>
              <a:t>ساز و کارهای اندازه گیری و گزارش دهی</a:t>
            </a:r>
            <a:endParaRPr lang="en-US" sz="2600" dirty="0">
              <a:cs typeface="2  Mitra_4 (MRT)" pitchFamily="2" charset="-78"/>
            </a:endParaRPr>
          </a:p>
        </p:txBody>
      </p:sp>
    </p:spTree>
    <p:extLst>
      <p:ext uri="{BB962C8B-B14F-4D97-AF65-F5344CB8AC3E}">
        <p14:creationId xmlns:p14="http://schemas.microsoft.com/office/powerpoint/2010/main" val="256663861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circle(in)">
                                      <p:cBhvr>
                                        <p:cTn id="7" dur="20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circle(in)">
                                      <p:cBhvr>
                                        <p:cTn id="12" dur="20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circle(in)">
                                      <p:cBhvr>
                                        <p:cTn id="17" dur="2000"/>
                                        <p:tgtEl>
                                          <p:spTgt spid="30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075">
                                            <p:txEl>
                                              <p:pRg st="3" end="3"/>
                                            </p:txEl>
                                          </p:spTgt>
                                        </p:tgtEl>
                                        <p:attrNameLst>
                                          <p:attrName>style.visibility</p:attrName>
                                        </p:attrNameLst>
                                      </p:cBhvr>
                                      <p:to>
                                        <p:strVal val="visible"/>
                                      </p:to>
                                    </p:set>
                                    <p:animEffect transition="in" filter="circle(in)">
                                      <p:cBhvr>
                                        <p:cTn id="22" dur="2000"/>
                                        <p:tgtEl>
                                          <p:spTgt spid="30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075">
                                            <p:txEl>
                                              <p:pRg st="4" end="4"/>
                                            </p:txEl>
                                          </p:spTgt>
                                        </p:tgtEl>
                                        <p:attrNameLst>
                                          <p:attrName>style.visibility</p:attrName>
                                        </p:attrNameLst>
                                      </p:cBhvr>
                                      <p:to>
                                        <p:strVal val="visible"/>
                                      </p:to>
                                    </p:set>
                                    <p:animEffect transition="in" filter="circle(in)">
                                      <p:cBhvr>
                                        <p:cTn id="27" dur="2000"/>
                                        <p:tgtEl>
                                          <p:spTgt spid="30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075">
                                            <p:txEl>
                                              <p:pRg st="5" end="5"/>
                                            </p:txEl>
                                          </p:spTgt>
                                        </p:tgtEl>
                                        <p:attrNameLst>
                                          <p:attrName>style.visibility</p:attrName>
                                        </p:attrNameLst>
                                      </p:cBhvr>
                                      <p:to>
                                        <p:strVal val="visible"/>
                                      </p:to>
                                    </p:set>
                                    <p:animEffect transition="in" filter="circle(in)">
                                      <p:cBhvr>
                                        <p:cTn id="32" dur="2000"/>
                                        <p:tgtEl>
                                          <p:spTgt spid="30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075">
                                            <p:txEl>
                                              <p:pRg st="6" end="6"/>
                                            </p:txEl>
                                          </p:spTgt>
                                        </p:tgtEl>
                                        <p:attrNameLst>
                                          <p:attrName>style.visibility</p:attrName>
                                        </p:attrNameLst>
                                      </p:cBhvr>
                                      <p:to>
                                        <p:strVal val="visible"/>
                                      </p:to>
                                    </p:set>
                                    <p:animEffect transition="in" filter="circle(in)">
                                      <p:cBhvr>
                                        <p:cTn id="37" dur="2000"/>
                                        <p:tgtEl>
                                          <p:spTgt spid="30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Espace réservé du contenu 2"/>
          <p:cNvSpPr>
            <a:spLocks noGrp="1"/>
          </p:cNvSpPr>
          <p:nvPr>
            <p:ph idx="1"/>
          </p:nvPr>
        </p:nvSpPr>
        <p:spPr>
          <a:xfrm>
            <a:off x="2311772" y="17190"/>
            <a:ext cx="6840760" cy="6669360"/>
          </a:xfrm>
        </p:spPr>
        <p:txBody>
          <a:bodyPr/>
          <a:lstStyle/>
          <a:p>
            <a:pPr marL="0" indent="0" algn="just">
              <a:lnSpc>
                <a:spcPct val="150000"/>
              </a:lnSpc>
              <a:buNone/>
            </a:pPr>
            <a:r>
              <a:rPr lang="fa-IR" sz="2600" dirty="0">
                <a:solidFill>
                  <a:schemeClr val="bg1"/>
                </a:solidFill>
                <a:cs typeface="2  Mitra_4 (MRT)" pitchFamily="2" charset="-78"/>
              </a:rPr>
              <a:t> مسائل پس زمینه:</a:t>
            </a:r>
            <a:endParaRPr lang="en-US" sz="2600" dirty="0">
              <a:solidFill>
                <a:schemeClr val="bg1"/>
              </a:solidFill>
              <a:cs typeface="2  Mitra_4 (MRT)" pitchFamily="2" charset="-78"/>
            </a:endParaRPr>
          </a:p>
          <a:p>
            <a:pPr algn="just">
              <a:lnSpc>
                <a:spcPct val="150000"/>
              </a:lnSpc>
            </a:pPr>
            <a:r>
              <a:rPr lang="fa-IR" sz="2600" dirty="0">
                <a:solidFill>
                  <a:schemeClr val="bg1"/>
                </a:solidFill>
                <a:cs typeface="2  Mitra_4 (MRT)" pitchFamily="2" charset="-78"/>
              </a:rPr>
              <a:t>      کنترل کیفیت و تضمین کیفیت، فعالیت های ضروری برای هر شرکتی هستند که کار آن تولید محصولاتی برای استفاده توسط دیگران است.</a:t>
            </a:r>
            <a:endParaRPr lang="en-US" sz="2600" dirty="0">
              <a:solidFill>
                <a:schemeClr val="bg1"/>
              </a:solidFill>
              <a:cs typeface="2  Mitra_4 (MRT)" pitchFamily="2" charset="-78"/>
            </a:endParaRPr>
          </a:p>
          <a:p>
            <a:pPr algn="just">
              <a:lnSpc>
                <a:spcPct val="150000"/>
              </a:lnSpc>
            </a:pPr>
            <a:r>
              <a:rPr lang="fa-IR" sz="2600" dirty="0">
                <a:solidFill>
                  <a:schemeClr val="bg1"/>
                </a:solidFill>
                <a:cs typeface="2  Mitra_4 (MRT)" pitchFamily="2" charset="-78"/>
              </a:rPr>
              <a:t>      نخستین وظیفه ی کنترل کیفیت و تضمین کیفیت در بل لبز در سال 1916 معرفی شد و به سرعت در سرتاسر جهان تولید شایع شد. طی دهه ی 1940، رویکردهای رسمی تری در قبال کنترل کیفیت پیشنهاد شد. این رویکردها بر اندازه گیری و بهبود مستمر فرایند تکیه دارند که عناصر کلیدی مدیریت کیفیت هستند.</a:t>
            </a:r>
            <a:endParaRPr lang="en-US" sz="2600" dirty="0">
              <a:solidFill>
                <a:schemeClr val="bg1"/>
              </a:solidFill>
              <a:cs typeface="2  Mitra_4 (MRT)" pitchFamily="2" charset="-78"/>
            </a:endParaRPr>
          </a:p>
        </p:txBody>
      </p:sp>
    </p:spTree>
    <p:extLst>
      <p:ext uri="{BB962C8B-B14F-4D97-AF65-F5344CB8AC3E}">
        <p14:creationId xmlns:p14="http://schemas.microsoft.com/office/powerpoint/2010/main" val="96689686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circle(in)">
                                      <p:cBhvr>
                                        <p:cTn id="7" dur="20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circle(in)">
                                      <p:cBhvr>
                                        <p:cTn id="12" dur="20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circle(in)">
                                      <p:cBhvr>
                                        <p:cTn id="17" dur="2000"/>
                                        <p:tgtEl>
                                          <p:spTgt spid="3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Espace réservé du contenu 2"/>
          <p:cNvSpPr>
            <a:spLocks noGrp="1"/>
          </p:cNvSpPr>
          <p:nvPr>
            <p:ph idx="1"/>
          </p:nvPr>
        </p:nvSpPr>
        <p:spPr>
          <a:xfrm>
            <a:off x="2311772" y="17190"/>
            <a:ext cx="6840760" cy="6669360"/>
          </a:xfrm>
        </p:spPr>
        <p:txBody>
          <a:bodyPr/>
          <a:lstStyle/>
          <a:p>
            <a:pPr algn="just">
              <a:lnSpc>
                <a:spcPct val="150000"/>
              </a:lnSpc>
            </a:pPr>
            <a:r>
              <a:rPr lang="fa-IR" sz="2600" dirty="0">
                <a:cs typeface="2  Mitra_4 (MRT)" pitchFamily="2" charset="-78"/>
              </a:rPr>
              <a:t> سابقه ی تضمین کیفیت در توسعه ی نرم افزار، موازی سابقه ی کیفیت در تولید سخت افزار بود. طی ساب های اولیه ی دانش رایانه، کیفیت، مسئولیت اصلی برنامه نویس بود.</a:t>
            </a:r>
            <a:endParaRPr lang="en-US" sz="2600" dirty="0">
              <a:cs typeface="2  Mitra_4 (MRT)" pitchFamily="2" charset="-78"/>
            </a:endParaRPr>
          </a:p>
          <a:p>
            <a:pPr algn="just">
              <a:lnSpc>
                <a:spcPct val="150000"/>
              </a:lnSpc>
            </a:pPr>
            <a:r>
              <a:rPr lang="fa-IR" sz="2600" dirty="0">
                <a:cs typeface="2  Mitra_4 (MRT)" pitchFamily="2" charset="-78"/>
              </a:rPr>
              <a:t>      با گسترش دادن تعریفی که در بالا ارائه شد می توان گفت تضمین کیفیت یک الگوی برنامه ریزی شده و سیستماتیک از عملیات است که برای حصول اطمینان از کیفیت نرم افزار مورد نیاز هستند.</a:t>
            </a:r>
            <a:endParaRPr lang="en-US" sz="2600" dirty="0">
              <a:cs typeface="2  Mitra_4 (MRT)" pitchFamily="2" charset="-78"/>
            </a:endParaRPr>
          </a:p>
          <a:p>
            <a:pPr algn="just">
              <a:lnSpc>
                <a:spcPct val="150000"/>
              </a:lnSpc>
            </a:pPr>
            <a:r>
              <a:rPr lang="fa-IR" sz="2600" dirty="0">
                <a:cs typeface="2  Mitra_4 (MRT)" pitchFamily="2" charset="-78"/>
              </a:rPr>
              <a:t>      گروه </a:t>
            </a:r>
            <a:r>
              <a:rPr lang="en-US" sz="2600" dirty="0">
                <a:cs typeface="2  Mitra_4 (MRT)" pitchFamily="2" charset="-78"/>
              </a:rPr>
              <a:t>SQA</a:t>
            </a:r>
            <a:r>
              <a:rPr lang="fa-IR" sz="2600" dirty="0">
                <a:cs typeface="2  Mitra_4 (MRT)" pitchFamily="2" charset="-78"/>
              </a:rPr>
              <a:t> به عنوان نماینده ی خانگی مشتری عمل می کند. یعنی کسانی که </a:t>
            </a:r>
            <a:r>
              <a:rPr lang="en-US" sz="2600" dirty="0">
                <a:cs typeface="2  Mitra_4 (MRT)" pitchFamily="2" charset="-78"/>
              </a:rPr>
              <a:t>SQA</a:t>
            </a:r>
            <a:r>
              <a:rPr lang="fa-IR" sz="2600" dirty="0">
                <a:cs typeface="2  Mitra_4 (MRT)" pitchFamily="2" charset="-78"/>
              </a:rPr>
              <a:t> را انجام می دهند باید از دیدگاه مشتری به نرم افزار بنگرند.</a:t>
            </a:r>
            <a:endParaRPr lang="en-US" sz="2600" dirty="0">
              <a:cs typeface="2  Mitra_4 (MRT)" pitchFamily="2" charset="-78"/>
            </a:endParaRPr>
          </a:p>
        </p:txBody>
      </p:sp>
    </p:spTree>
    <p:extLst>
      <p:ext uri="{BB962C8B-B14F-4D97-AF65-F5344CB8AC3E}">
        <p14:creationId xmlns:p14="http://schemas.microsoft.com/office/powerpoint/2010/main" val="3403576142"/>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circle(in)">
                                      <p:cBhvr>
                                        <p:cTn id="7" dur="20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circle(in)">
                                      <p:cBhvr>
                                        <p:cTn id="12" dur="20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circle(in)">
                                      <p:cBhvr>
                                        <p:cTn id="17" dur="2000"/>
                                        <p:tgtEl>
                                          <p:spTgt spid="3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Ellipse 15"/>
          <p:cNvSpPr/>
          <p:nvPr/>
        </p:nvSpPr>
        <p:spPr bwMode="auto">
          <a:xfrm rot="1123418">
            <a:off x="3334032" y="66917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7030A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8" name="Ellipse 15"/>
          <p:cNvSpPr/>
          <p:nvPr/>
        </p:nvSpPr>
        <p:spPr bwMode="auto">
          <a:xfrm rot="1530996">
            <a:off x="3577019" y="747452"/>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3399"/>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9" name="Ellipse 15"/>
          <p:cNvSpPr/>
          <p:nvPr/>
        </p:nvSpPr>
        <p:spPr bwMode="auto">
          <a:xfrm rot="1980986">
            <a:off x="3851434" y="89920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D12112"/>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0" name="Ellipse 15"/>
          <p:cNvSpPr/>
          <p:nvPr/>
        </p:nvSpPr>
        <p:spPr bwMode="auto">
          <a:xfrm rot="2481755">
            <a:off x="4099565" y="105691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C00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1" name="Ellipse 15"/>
          <p:cNvSpPr/>
          <p:nvPr/>
        </p:nvSpPr>
        <p:spPr bwMode="auto">
          <a:xfrm rot="2933186">
            <a:off x="4281108" y="1219659"/>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92D05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2" name="Ellipse 15"/>
          <p:cNvSpPr/>
          <p:nvPr/>
        </p:nvSpPr>
        <p:spPr bwMode="auto">
          <a:xfrm rot="3468691">
            <a:off x="4471469" y="1504318"/>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66FF"/>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lvl="0" algn="r"/>
            <a:r>
              <a:rPr lang="fa-IR" sz="2400" dirty="0">
                <a:ln w="18415" cmpd="sng">
                  <a:solidFill>
                    <a:srgbClr val="FFFFFF"/>
                  </a:solidFill>
                  <a:prstDash val="solid"/>
                </a:ln>
                <a:solidFill>
                  <a:srgbClr val="FFFFFF"/>
                </a:solidFill>
                <a:effectLst>
                  <a:glow rad="228600">
                    <a:srgbClr val="92A9B9">
                      <a:satMod val="175000"/>
                      <a:alpha val="40000"/>
                    </a:srgbClr>
                  </a:glow>
                  <a:outerShdw blurRad="63500" dir="3600000" algn="tl" rotWithShape="0">
                    <a:srgbClr val="000000">
                      <a:alpha val="70000"/>
                    </a:srgbClr>
                  </a:outerShdw>
                </a:effectLst>
                <a:latin typeface="Lucida Sans Unicode" pitchFamily="34" charset="0"/>
                <a:cs typeface="2  Titr" pitchFamily="2" charset="-78"/>
              </a:rPr>
              <a:t>عناصر تضمین کیفیت نرم افزار:</a:t>
            </a:r>
            <a:endParaRPr lang="en-US" sz="2400" dirty="0">
              <a:ln w="18415" cmpd="sng">
                <a:solidFill>
                  <a:srgbClr val="FFFFFF"/>
                </a:solidFill>
                <a:prstDash val="solid"/>
              </a:ln>
              <a:solidFill>
                <a:srgbClr val="FFFFFF"/>
              </a:solidFill>
              <a:effectLst>
                <a:glow rad="228600">
                  <a:srgbClr val="92A9B9">
                    <a:satMod val="175000"/>
                    <a:alpha val="40000"/>
                  </a:srgbClr>
                </a:glow>
                <a:outerShdw blurRad="63500" dir="3600000" algn="tl" rotWithShape="0">
                  <a:srgbClr val="000000">
                    <a:alpha val="70000"/>
                  </a:srgbClr>
                </a:outerShdw>
              </a:effectLst>
              <a:latin typeface="Lucida Sans Unicode" pitchFamily="34" charset="0"/>
              <a:cs typeface="2  Titr" pitchFamily="2" charset="-78"/>
            </a:endParaRPr>
          </a:p>
        </p:txBody>
      </p:sp>
      <p:sp>
        <p:nvSpPr>
          <p:cNvPr id="23" name="Ellipse 15"/>
          <p:cNvSpPr/>
          <p:nvPr/>
        </p:nvSpPr>
        <p:spPr bwMode="auto">
          <a:xfrm rot="5400000">
            <a:off x="4800400" y="266171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206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1" name="Ellipse 10"/>
          <p:cNvSpPr/>
          <p:nvPr/>
        </p:nvSpPr>
        <p:spPr bwMode="auto">
          <a:xfrm>
            <a:off x="2987824" y="5064711"/>
            <a:ext cx="594000" cy="594000"/>
          </a:xfrm>
          <a:prstGeom prst="ellipse">
            <a:avLst/>
          </a:prstGeom>
          <a:gradFill>
            <a:gsLst>
              <a:gs pos="0">
                <a:schemeClr val="bg1">
                  <a:lumMod val="85000"/>
                </a:schemeClr>
              </a:gs>
              <a:gs pos="80000">
                <a:schemeClr val="bg1">
                  <a:lumMod val="95000"/>
                </a:schemeClr>
              </a:gs>
              <a:gs pos="100000">
                <a:schemeClr val="bg1"/>
              </a:gs>
            </a:gsLst>
          </a:gra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endParaRPr lang="fr-FR" sz="1400" b="1">
              <a:solidFill>
                <a:prstClr val="black"/>
              </a:solidFill>
              <a:latin typeface="Lucida Sans Unicode" pitchFamily="34" charset="0"/>
            </a:endParaRPr>
          </a:p>
        </p:txBody>
      </p:sp>
    </p:spTree>
    <p:extLst>
      <p:ext uri="{BB962C8B-B14F-4D97-AF65-F5344CB8AC3E}">
        <p14:creationId xmlns:p14="http://schemas.microsoft.com/office/powerpoint/2010/main" val="250002850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r>
              <a:rPr lang="fa-IR" sz="2600" dirty="0">
                <a:cs typeface="2  Mitra_4 (MRT)" pitchFamily="2" charset="-78"/>
              </a:rPr>
              <a:t> تضمین کیفیت نرم  افزار شامل گستره ی وسیعی از دغدغه ها و فعالیت ها می شود که مدیریت کیفیت نرم افزار را کانون توجه قرار می دهد. آن ها را می توان به شیوه ی زیر خلاصه کرد:</a:t>
            </a:r>
            <a:endParaRPr lang="en-US" sz="2600" dirty="0">
              <a:cs typeface="2  Mitra_4 (MRT)" pitchFamily="2" charset="-78"/>
            </a:endParaRPr>
          </a:p>
          <a:p>
            <a:pPr lvl="0" algn="just"/>
            <a:r>
              <a:rPr lang="fa-IR" sz="2600" dirty="0">
                <a:cs typeface="2  Mitra_4 (MRT)" pitchFamily="2" charset="-78"/>
              </a:rPr>
              <a:t>آزمون: آزمون/نرم افزار یکی از وظایف کنترل کیفیت است که یک هف اصلی را دنبال می کند. یافتن خطاها وظیفه ی </a:t>
            </a:r>
            <a:r>
              <a:rPr lang="en-US" sz="2600" dirty="0">
                <a:cs typeface="2  Mitra_4 (MRT)" pitchFamily="2" charset="-78"/>
              </a:rPr>
              <a:t>SQA</a:t>
            </a:r>
            <a:r>
              <a:rPr lang="fa-IR" sz="2600" dirty="0">
                <a:cs typeface="2  Mitra_4 (MRT)" pitchFamily="2" charset="-78"/>
              </a:rPr>
              <a:t> حصول اطمینان از طرح ریزی درست و مناسب آزمون ها و اجرای اثربخشی آن هاست به  طوری که احتمال دستیابی به هدف اصلی آن به حدأکثر برسد.</a:t>
            </a:r>
            <a:endParaRPr lang="en-US" sz="2600" dirty="0">
              <a:cs typeface="2  Mitra_4 (MRT)" pitchFamily="2" charset="-78"/>
            </a:endParaRPr>
          </a:p>
          <a:p>
            <a:pPr lvl="0" algn="just"/>
            <a:r>
              <a:rPr lang="fa-IR" sz="2600" dirty="0">
                <a:cs typeface="2  Mitra_4 (MRT)" pitchFamily="2" charset="-78"/>
              </a:rPr>
              <a:t>جمع آوری و تحلیل خطاها/ نقایص: تنها راه بهبود بخشیدن، سنجیدن عملکرد است. </a:t>
            </a:r>
            <a:r>
              <a:rPr lang="en-US" sz="2600" dirty="0">
                <a:cs typeface="2  Mitra_4 (MRT)" pitchFamily="2" charset="-78"/>
              </a:rPr>
              <a:t>SQA</a:t>
            </a:r>
            <a:r>
              <a:rPr lang="fa-IR" sz="2600" dirty="0">
                <a:cs typeface="2  Mitra_4 (MRT)" pitchFamily="2" charset="-78"/>
              </a:rPr>
              <a:t> داده های مربوط به خطاها و نقایص را جمع آوری و تحلیل می کند تا بهتر معلوم شود که خطاها چگونه ارد می شوند و کدام فعالیت های مهندسی نرم افزار برای حذف آن ها از همه مناسب ترند.</a:t>
            </a:r>
            <a:endParaRPr lang="en-US" sz="2600" dirty="0">
              <a:cs typeface="2  Mitra_4 (MRT)" pitchFamily="2" charset="-78"/>
            </a:endParaRP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lvl="0" algn="just">
              <a:lnSpc>
                <a:spcPct val="150000"/>
              </a:lnSpc>
            </a:pPr>
            <a:r>
              <a:rPr lang="fa-IR" sz="2400" dirty="0">
                <a:solidFill>
                  <a:schemeClr val="bg1"/>
                </a:solidFill>
                <a:cs typeface="2  Mitra_4 (MRT)" pitchFamily="2" charset="-78"/>
              </a:rPr>
              <a:t>مدیریت و تغییرات: تغییر یکی از مخرب ترین جنبه های هر پروژه ی نرم افزار است و اگر خوب مدیریت نشود می تواند به سردرگمی منجر شود و سردرگمی همیشه به کیفیت ضعیف می انجامد. با </a:t>
            </a:r>
            <a:r>
              <a:rPr lang="en-US" sz="2400" dirty="0">
                <a:solidFill>
                  <a:schemeClr val="bg1"/>
                </a:solidFill>
                <a:cs typeface="2  Mitra_4 (MRT)" pitchFamily="2" charset="-78"/>
              </a:rPr>
              <a:t>SQA</a:t>
            </a:r>
            <a:r>
              <a:rPr lang="fa-IR" sz="2400" dirty="0">
                <a:solidFill>
                  <a:schemeClr val="bg1"/>
                </a:solidFill>
                <a:cs typeface="2  Mitra_4 (MRT)" pitchFamily="2" charset="-78"/>
              </a:rPr>
              <a:t> می توان اطمینان حاصل کرد که اقدامات مناسبی برای مدیریت نهادینه شده است.</a:t>
            </a:r>
            <a:endParaRPr lang="en-US" sz="2400" dirty="0">
              <a:solidFill>
                <a:schemeClr val="bg1"/>
              </a:solidFill>
              <a:cs typeface="2  Mitra_4 (MRT)" pitchFamily="2" charset="-78"/>
            </a:endParaRPr>
          </a:p>
          <a:p>
            <a:pPr lvl="0" algn="just">
              <a:lnSpc>
                <a:spcPct val="150000"/>
              </a:lnSpc>
            </a:pPr>
            <a:r>
              <a:rPr lang="fa-IR" sz="2400" dirty="0">
                <a:solidFill>
                  <a:schemeClr val="bg1"/>
                </a:solidFill>
                <a:cs typeface="2  Mitra_4 (MRT)" pitchFamily="2" charset="-78"/>
              </a:rPr>
              <a:t>آموزش: هر سازمان نرم افزاری مایل است کارهای مهندسی نرم افزار خود را بهبود بخشد. یک عامل کلیدی سهیم در این بهبودبخشی، آموزش مهندسان نرم افزار، مدیران آن ها و سایر طرف های ذینفع است. سازمان </a:t>
            </a:r>
            <a:r>
              <a:rPr lang="en-US" sz="2400" dirty="0">
                <a:solidFill>
                  <a:schemeClr val="bg1"/>
                </a:solidFill>
                <a:cs typeface="2  Mitra_4 (MRT)" pitchFamily="2" charset="-78"/>
              </a:rPr>
              <a:t>SQA</a:t>
            </a:r>
            <a:r>
              <a:rPr lang="fa-IR" sz="2400" dirty="0">
                <a:solidFill>
                  <a:schemeClr val="bg1"/>
                </a:solidFill>
                <a:cs typeface="2  Mitra_4 (MRT)" pitchFamily="2" charset="-78"/>
              </a:rPr>
              <a:t> در بهبود فرایند نرم افزار جلودار است و در حمایت از برنامه های آموزشی نقش کلیدی دارد.</a:t>
            </a:r>
            <a:endParaRPr lang="en-US" sz="2400" dirty="0">
              <a:solidFill>
                <a:schemeClr val="bg1"/>
              </a:solidFill>
              <a:cs typeface="2  Mitra_4 (MRT)" pitchFamily="2" charset="-78"/>
            </a:endParaRPr>
          </a:p>
        </p:txBody>
      </p:sp>
    </p:spTree>
    <p:extLst>
      <p:ext uri="{BB962C8B-B14F-4D97-AF65-F5344CB8AC3E}">
        <p14:creationId xmlns:p14="http://schemas.microsoft.com/office/powerpoint/2010/main" val="1606753736"/>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lvl="0" algn="just">
              <a:lnSpc>
                <a:spcPct val="150000"/>
              </a:lnSpc>
            </a:pPr>
            <a:r>
              <a:rPr lang="fa-IR" sz="2400" dirty="0">
                <a:cs typeface="2  Mitra_4 (MRT)" pitchFamily="2" charset="-78"/>
              </a:rPr>
              <a:t>مدیریت منابع خرید: سه گروه از نرم افزارها از منابع خارجی تامین نرم افزار خریداری می شوند:</a:t>
            </a:r>
            <a:endParaRPr lang="en-US" sz="2400" dirty="0">
              <a:cs typeface="2  Mitra_4 (MRT)" pitchFamily="2" charset="-78"/>
            </a:endParaRPr>
          </a:p>
          <a:p>
            <a:pPr lvl="0" algn="just">
              <a:lnSpc>
                <a:spcPct val="150000"/>
              </a:lnSpc>
            </a:pPr>
            <a:r>
              <a:rPr lang="fa-IR" sz="2400" dirty="0">
                <a:cs typeface="2  Mitra_4 (MRT)" pitchFamily="2" charset="-78"/>
              </a:rPr>
              <a:t>پکیج های بسته بندی شده</a:t>
            </a:r>
            <a:endParaRPr lang="en-US" sz="2400" dirty="0">
              <a:cs typeface="2  Mitra_4 (MRT)" pitchFamily="2" charset="-78"/>
            </a:endParaRPr>
          </a:p>
          <a:p>
            <a:pPr lvl="0" algn="just">
              <a:lnSpc>
                <a:spcPct val="150000"/>
              </a:lnSpc>
            </a:pPr>
            <a:r>
              <a:rPr lang="fa-IR" sz="2400" dirty="0">
                <a:cs typeface="2  Mitra_4 (MRT)" pitchFamily="2" charset="-78"/>
              </a:rPr>
              <a:t>قطعات نیمه آماده که ساختار اسکلتی پایه را فراهم می آورند و می توان آن را مطابق با میل و سلیقه ی خریدار تکمیل کرد و نرم افزارهای قراردادی که از روی مشخصات ارائه شده توسط سازمان مشتری، طراحی و ساخته می شود. وظیفه ی سازمان </a:t>
            </a:r>
            <a:r>
              <a:rPr lang="en-US" sz="2400" dirty="0">
                <a:cs typeface="2  Mitra_4 (MRT)" pitchFamily="2" charset="-78"/>
              </a:rPr>
              <a:t>SQA</a:t>
            </a:r>
            <a:r>
              <a:rPr lang="fa-IR" sz="2400" dirty="0">
                <a:cs typeface="2  Mitra_4 (MRT)" pitchFamily="2" charset="-78"/>
              </a:rPr>
              <a:t> این است که اطمینان حاصل کند با پیشنهاد اقدامات کیفیتی خاص که منبع خرید باید رعایت کند. نرم افزار با کیفیت بالا نتیجه می شود. الزامات کیفیتی خاصی را در هر قرارداد منعقدشده با منبع خرید بگنجاند.</a:t>
            </a:r>
            <a:endParaRPr lang="en-US" sz="2400" dirty="0">
              <a:cs typeface="2  Mitra_4 (MRT)" pitchFamily="2" charset="-78"/>
            </a:endParaRPr>
          </a:p>
        </p:txBody>
      </p:sp>
    </p:spTree>
    <p:extLst>
      <p:ext uri="{BB962C8B-B14F-4D97-AF65-F5344CB8AC3E}">
        <p14:creationId xmlns:p14="http://schemas.microsoft.com/office/powerpoint/2010/main" val="139611411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Ellipse 15"/>
          <p:cNvSpPr/>
          <p:nvPr/>
        </p:nvSpPr>
        <p:spPr bwMode="auto">
          <a:xfrm rot="1123418">
            <a:off x="3334032" y="66917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7030A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8" name="Ellipse 15"/>
          <p:cNvSpPr/>
          <p:nvPr/>
        </p:nvSpPr>
        <p:spPr bwMode="auto">
          <a:xfrm rot="1530996">
            <a:off x="3577019" y="747452"/>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3399"/>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9" name="Ellipse 15"/>
          <p:cNvSpPr/>
          <p:nvPr/>
        </p:nvSpPr>
        <p:spPr bwMode="auto">
          <a:xfrm rot="1980986">
            <a:off x="3851434" y="89920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D12112"/>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3" name="Ellipse 15"/>
          <p:cNvSpPr/>
          <p:nvPr/>
        </p:nvSpPr>
        <p:spPr bwMode="auto">
          <a:xfrm rot="2481755">
            <a:off x="4099565" y="105691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C00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4" name="Ellipse 15"/>
          <p:cNvSpPr/>
          <p:nvPr/>
        </p:nvSpPr>
        <p:spPr bwMode="auto">
          <a:xfrm rot="2933186">
            <a:off x="4281108" y="1219659"/>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92D05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lvl="0" algn="r"/>
            <a:r>
              <a:rPr lang="fa-IR" sz="2300" dirty="0">
                <a:ln w="18415" cmpd="sng">
                  <a:solidFill>
                    <a:srgbClr val="FFFFFF"/>
                  </a:solidFill>
                  <a:prstDash val="solid"/>
                </a:ln>
                <a:solidFill>
                  <a:srgbClr val="FFFFFF"/>
                </a:solidFill>
                <a:effectLst>
                  <a:glow rad="228600">
                    <a:srgbClr val="92A9B9">
                      <a:satMod val="175000"/>
                      <a:alpha val="40000"/>
                    </a:srgbClr>
                  </a:glow>
                  <a:outerShdw blurRad="63500" dir="3600000" algn="tl" rotWithShape="0">
                    <a:srgbClr val="000000">
                      <a:alpha val="70000"/>
                    </a:srgbClr>
                  </a:outerShdw>
                </a:effectLst>
                <a:latin typeface="Lucida Sans Unicode" pitchFamily="34" charset="0"/>
                <a:cs typeface="2  Titr" pitchFamily="2" charset="-78"/>
              </a:rPr>
              <a:t>وظایف، اهداف و معیارهای </a:t>
            </a:r>
            <a:r>
              <a:rPr lang="en-US" sz="2300" dirty="0">
                <a:ln w="18415" cmpd="sng">
                  <a:solidFill>
                    <a:srgbClr val="FFFFFF"/>
                  </a:solidFill>
                  <a:prstDash val="solid"/>
                </a:ln>
                <a:solidFill>
                  <a:srgbClr val="FFFFFF"/>
                </a:solidFill>
                <a:effectLst>
                  <a:glow rad="228600">
                    <a:srgbClr val="92A9B9">
                      <a:satMod val="175000"/>
                      <a:alpha val="40000"/>
                    </a:srgbClr>
                  </a:glow>
                  <a:outerShdw blurRad="63500" dir="3600000" algn="tl" rotWithShape="0">
                    <a:srgbClr val="000000">
                      <a:alpha val="70000"/>
                    </a:srgbClr>
                  </a:outerShdw>
                </a:effectLst>
                <a:latin typeface="Lucida Sans Unicode" pitchFamily="34" charset="0"/>
                <a:cs typeface="2  Titr" pitchFamily="2" charset="-78"/>
              </a:rPr>
              <a:t>SQA</a:t>
            </a:r>
          </a:p>
        </p:txBody>
      </p:sp>
      <p:sp>
        <p:nvSpPr>
          <p:cNvPr id="12" name="Ellipse 15"/>
          <p:cNvSpPr/>
          <p:nvPr/>
        </p:nvSpPr>
        <p:spPr bwMode="auto">
          <a:xfrm rot="4936605">
            <a:off x="4800400" y="2375178"/>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66FF"/>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3" name="Ellipse 15"/>
          <p:cNvSpPr/>
          <p:nvPr/>
        </p:nvSpPr>
        <p:spPr bwMode="auto">
          <a:xfrm rot="5400000">
            <a:off x="4800400" y="266171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206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1" name="Ellipse 10"/>
          <p:cNvSpPr/>
          <p:nvPr/>
        </p:nvSpPr>
        <p:spPr bwMode="auto">
          <a:xfrm>
            <a:off x="2987824" y="5064711"/>
            <a:ext cx="594000" cy="594000"/>
          </a:xfrm>
          <a:prstGeom prst="ellipse">
            <a:avLst/>
          </a:prstGeom>
          <a:gradFill>
            <a:gsLst>
              <a:gs pos="0">
                <a:schemeClr val="bg1">
                  <a:lumMod val="85000"/>
                </a:schemeClr>
              </a:gs>
              <a:gs pos="80000">
                <a:schemeClr val="bg1">
                  <a:lumMod val="95000"/>
                </a:schemeClr>
              </a:gs>
              <a:gs pos="100000">
                <a:schemeClr val="bg1"/>
              </a:gs>
            </a:gsLst>
          </a:gra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endParaRPr lang="fr-FR" sz="1400" b="1">
              <a:solidFill>
                <a:prstClr val="black"/>
              </a:solidFill>
              <a:latin typeface="Lucida Sans Unicode" pitchFamily="34" charset="0"/>
            </a:endParaRPr>
          </a:p>
        </p:txBody>
      </p:sp>
    </p:spTree>
    <p:extLst>
      <p:ext uri="{BB962C8B-B14F-4D97-AF65-F5344CB8AC3E}">
        <p14:creationId xmlns:p14="http://schemas.microsoft.com/office/powerpoint/2010/main" val="414762275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lvl="0" algn="just">
              <a:lnSpc>
                <a:spcPct val="150000"/>
              </a:lnSpc>
            </a:pPr>
            <a:r>
              <a:rPr lang="fa-IR" sz="2600" dirty="0" smtClean="0">
                <a:solidFill>
                  <a:schemeClr val="bg1"/>
                </a:solidFill>
                <a:cs typeface="2  Mitra_4 (MRT)" pitchFamily="2" charset="-78"/>
              </a:rPr>
              <a:t>تضمین کیفیت نرم افزار از چند وظیفه ی مرتبط با دو گروه متفاوت تشکیل می شوند که عبارتند از:</a:t>
            </a:r>
            <a:endParaRPr lang="en-US" sz="2600" dirty="0" smtClean="0">
              <a:solidFill>
                <a:schemeClr val="bg1"/>
              </a:solidFill>
              <a:cs typeface="2  Mitra_4 (MRT)" pitchFamily="2" charset="-78"/>
            </a:endParaRPr>
          </a:p>
          <a:p>
            <a:pPr lvl="0" algn="just">
              <a:lnSpc>
                <a:spcPct val="150000"/>
              </a:lnSpc>
            </a:pPr>
            <a:r>
              <a:rPr lang="fa-IR" sz="2600" dirty="0" smtClean="0">
                <a:solidFill>
                  <a:schemeClr val="bg1"/>
                </a:solidFill>
                <a:cs typeface="2  Mitra_4 (MRT)" pitchFamily="2" charset="-78"/>
              </a:rPr>
              <a:t>مهندسان نرم افزار که کارهای فنی را انجام می دهند.</a:t>
            </a:r>
            <a:endParaRPr lang="en-US" sz="2600" dirty="0" smtClean="0">
              <a:solidFill>
                <a:schemeClr val="bg1"/>
              </a:solidFill>
              <a:cs typeface="2  Mitra_4 (MRT)" pitchFamily="2" charset="-78"/>
            </a:endParaRPr>
          </a:p>
          <a:p>
            <a:pPr lvl="0" algn="just">
              <a:lnSpc>
                <a:spcPct val="150000"/>
              </a:lnSpc>
            </a:pPr>
            <a:r>
              <a:rPr lang="fa-IR" sz="2600" dirty="0" smtClean="0">
                <a:solidFill>
                  <a:schemeClr val="bg1"/>
                </a:solidFill>
                <a:cs typeface="2  Mitra_4 (MRT)" pitchFamily="2" charset="-78"/>
              </a:rPr>
              <a:t>یک گروه </a:t>
            </a:r>
            <a:r>
              <a:rPr lang="en-US" sz="2600" dirty="0" smtClean="0">
                <a:solidFill>
                  <a:schemeClr val="bg1"/>
                </a:solidFill>
                <a:cs typeface="2  Mitra_4 (MRT)" pitchFamily="2" charset="-78"/>
              </a:rPr>
              <a:t>SQA</a:t>
            </a:r>
            <a:r>
              <a:rPr lang="fa-IR" sz="2600" dirty="0" smtClean="0">
                <a:solidFill>
                  <a:schemeClr val="bg1"/>
                </a:solidFill>
                <a:cs typeface="2  Mitra_4 (MRT)" pitchFamily="2" charset="-78"/>
              </a:rPr>
              <a:t> که مسئولیت برنامه ریزی برای تضمین کیفیت، نظارت، ثبت وقایع، تحلیل و گزارش دهی بر عهده ی آنان است.</a:t>
            </a:r>
            <a:endParaRPr lang="en-US" sz="2600" dirty="0" smtClean="0">
              <a:solidFill>
                <a:schemeClr val="bg1"/>
              </a:solidFill>
              <a:cs typeface="2  Mitra_4 (MRT)" pitchFamily="2" charset="-78"/>
            </a:endParaRPr>
          </a:p>
          <a:p>
            <a:pPr algn="just">
              <a:lnSpc>
                <a:spcPct val="150000"/>
              </a:lnSpc>
            </a:pPr>
            <a:r>
              <a:rPr lang="fa-IR" sz="2600" dirty="0" smtClean="0">
                <a:solidFill>
                  <a:schemeClr val="bg1"/>
                </a:solidFill>
                <a:cs typeface="2  Mitra_4 (MRT)" pitchFamily="2" charset="-78"/>
              </a:rPr>
              <a:t>      مهندسان نرم افزار با اعمال روش های فنی و مواین منسجم، اجرای بازبینی های فنی رسمی و اجرای آزمون های نرم افزاری برنامه ریزی شده کیفیت را کنترل می کنند.</a:t>
            </a:r>
            <a:endParaRPr lang="en-US" sz="2600" dirty="0">
              <a:solidFill>
                <a:schemeClr val="bg1"/>
              </a:solidFill>
              <a:cs typeface="2  Mitra_4 (MRT)" pitchFamily="2" charset="-78"/>
            </a:endParaRPr>
          </a:p>
        </p:txBody>
      </p:sp>
    </p:spTree>
    <p:extLst>
      <p:ext uri="{BB962C8B-B14F-4D97-AF65-F5344CB8AC3E}">
        <p14:creationId xmlns:p14="http://schemas.microsoft.com/office/powerpoint/2010/main" val="381085129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randombar(horizontal)">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randombar(horizontal)">
                                      <p:cBhvr>
                                        <p:cTn id="22" dur="5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marL="0" lvl="0" indent="0" algn="just">
              <a:lnSpc>
                <a:spcPct val="150000"/>
              </a:lnSpc>
              <a:buNone/>
            </a:pPr>
            <a:r>
              <a:rPr lang="fa-IR" sz="2600" dirty="0" smtClean="0">
                <a:effectLst>
                  <a:glow rad="228600">
                    <a:schemeClr val="accent3">
                      <a:satMod val="175000"/>
                      <a:alpha val="40000"/>
                    </a:schemeClr>
                  </a:glow>
                </a:effectLst>
                <a:cs typeface="2  Mitra_4 (MRT)" pitchFamily="2" charset="-78"/>
              </a:rPr>
              <a:t>وظیفه </a:t>
            </a:r>
            <a:r>
              <a:rPr lang="fa-IR" sz="2600" dirty="0">
                <a:effectLst>
                  <a:glow rad="228600">
                    <a:schemeClr val="accent3">
                      <a:satMod val="175000"/>
                      <a:alpha val="40000"/>
                    </a:schemeClr>
                  </a:glow>
                </a:effectLst>
                <a:cs typeface="2  Mitra_4 (MRT)" pitchFamily="2" charset="-78"/>
              </a:rPr>
              <a:t>ی گروه </a:t>
            </a:r>
            <a:r>
              <a:rPr lang="en-US" sz="2600" dirty="0">
                <a:effectLst>
                  <a:glow rad="228600">
                    <a:schemeClr val="accent3">
                      <a:satMod val="175000"/>
                      <a:alpha val="40000"/>
                    </a:schemeClr>
                  </a:glow>
                </a:effectLst>
                <a:cs typeface="2  Mitra_4 (MRT)" pitchFamily="2" charset="-78"/>
              </a:rPr>
              <a:t>SQA:</a:t>
            </a:r>
          </a:p>
          <a:p>
            <a:pPr lvl="0" algn="just">
              <a:lnSpc>
                <a:spcPct val="150000"/>
              </a:lnSpc>
            </a:pPr>
            <a:r>
              <a:rPr lang="en-US" sz="2600" dirty="0">
                <a:cs typeface="2  Mitra_4 (MRT)" pitchFamily="2" charset="-78"/>
              </a:rPr>
              <a:t>      </a:t>
            </a:r>
            <a:r>
              <a:rPr lang="fa-IR" sz="2600" dirty="0">
                <a:cs typeface="2  Mitra_4 (MRT)" pitchFamily="2" charset="-78"/>
              </a:rPr>
              <a:t>کمک به تیم نرم افزاری، جهت دستیابی به یک محصول نهایی با کیفیت بالاست.</a:t>
            </a:r>
          </a:p>
          <a:p>
            <a:pPr lvl="0" algn="just">
              <a:lnSpc>
                <a:spcPct val="150000"/>
              </a:lnSpc>
            </a:pPr>
            <a:r>
              <a:rPr lang="fa-IR" sz="2600" dirty="0">
                <a:cs typeface="2  Mitra_4 (MRT)" pitchFamily="2" charset="-78"/>
              </a:rPr>
              <a:t>      موسسه ی مهندسی نرم افزار، مجموعه ای از کنش های </a:t>
            </a:r>
            <a:r>
              <a:rPr lang="en-US" sz="2600" dirty="0">
                <a:cs typeface="2  Mitra_4 (MRT)" pitchFamily="2" charset="-78"/>
              </a:rPr>
              <a:t>SQA </a:t>
            </a:r>
            <a:r>
              <a:rPr lang="fa-IR" sz="2600" dirty="0">
                <a:cs typeface="2  Mitra_4 (MRT)" pitchFamily="2" charset="-78"/>
              </a:rPr>
              <a:t>را توصیه می کند که برنامه ریزی تضمین کیفیت، نظارت، ثبت وقایع و گزارش دهی را مشخص می کند و این کنش ها توسط یک گروه </a:t>
            </a:r>
            <a:r>
              <a:rPr lang="en-US" sz="2600" dirty="0">
                <a:cs typeface="2  Mitra_4 (MRT)" pitchFamily="2" charset="-78"/>
              </a:rPr>
              <a:t>SQA </a:t>
            </a:r>
            <a:r>
              <a:rPr lang="fa-IR" sz="2600" dirty="0">
                <a:cs typeface="2  Mitra_4 (MRT)" pitchFamily="2" charset="-78"/>
              </a:rPr>
              <a:t>مستقل اجرا می شوند.</a:t>
            </a:r>
            <a:endParaRPr lang="en-US" sz="2600" dirty="0">
              <a:cs typeface="2  Mitra_4 (MRT)" pitchFamily="2" charset="-78"/>
            </a:endParaRPr>
          </a:p>
        </p:txBody>
      </p:sp>
    </p:spTree>
    <p:extLst>
      <p:ext uri="{BB962C8B-B14F-4D97-AF65-F5344CB8AC3E}">
        <p14:creationId xmlns:p14="http://schemas.microsoft.com/office/powerpoint/2010/main" val="228899730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randombar(horizontal)">
                                      <p:cBhvr>
                                        <p:cTn id="17" dur="500"/>
                                        <p:tgtEl>
                                          <p:spTgt spid="5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marL="0" lvl="0" indent="0" algn="just">
              <a:lnSpc>
                <a:spcPct val="150000"/>
              </a:lnSpc>
              <a:buNone/>
            </a:pPr>
            <a:r>
              <a:rPr lang="fa-IR" sz="2400" dirty="0">
                <a:solidFill>
                  <a:schemeClr val="bg1"/>
                </a:solidFill>
                <a:effectLst>
                  <a:glow rad="228600">
                    <a:schemeClr val="accent3">
                      <a:satMod val="175000"/>
                      <a:alpha val="40000"/>
                    </a:schemeClr>
                  </a:glow>
                </a:effectLst>
                <a:cs typeface="2  Mitra_4 (MRT)" pitchFamily="2" charset="-78"/>
              </a:rPr>
              <a:t>نقش های گروه </a:t>
            </a:r>
            <a:r>
              <a:rPr lang="en-US" sz="2400" dirty="0">
                <a:solidFill>
                  <a:schemeClr val="bg1"/>
                </a:solidFill>
                <a:effectLst>
                  <a:glow rad="228600">
                    <a:schemeClr val="accent3">
                      <a:satMod val="175000"/>
                      <a:alpha val="40000"/>
                    </a:schemeClr>
                  </a:glow>
                </a:effectLst>
                <a:cs typeface="2  Mitra_4 (MRT)" pitchFamily="2" charset="-78"/>
              </a:rPr>
              <a:t>SQA:</a:t>
            </a:r>
          </a:p>
          <a:p>
            <a:pPr marL="0" lvl="0" indent="0" algn="just">
              <a:lnSpc>
                <a:spcPct val="150000"/>
              </a:lnSpc>
              <a:buNone/>
            </a:pPr>
            <a:r>
              <a:rPr lang="en-US" sz="2400" dirty="0" smtClean="0">
                <a:solidFill>
                  <a:schemeClr val="bg1"/>
                </a:solidFill>
                <a:cs typeface="2  Mitra_4 (MRT)" pitchFamily="2" charset="-78"/>
              </a:rPr>
              <a:t>1</a:t>
            </a:r>
            <a:r>
              <a:rPr lang="fa-IR" sz="2400" dirty="0" smtClean="0">
                <a:solidFill>
                  <a:schemeClr val="bg1"/>
                </a:solidFill>
                <a:cs typeface="2  Mitra_4 (MRT)" pitchFamily="2" charset="-78"/>
              </a:rPr>
              <a:t>)تهیه </a:t>
            </a:r>
            <a:r>
              <a:rPr lang="fa-IR" sz="2400" dirty="0">
                <a:solidFill>
                  <a:schemeClr val="bg1"/>
                </a:solidFill>
                <a:cs typeface="2  Mitra_4 (MRT)" pitchFamily="2" charset="-78"/>
              </a:rPr>
              <a:t>ی یک طرح </a:t>
            </a:r>
            <a:r>
              <a:rPr lang="en-US" sz="2400" dirty="0">
                <a:solidFill>
                  <a:schemeClr val="bg1"/>
                </a:solidFill>
                <a:cs typeface="2  Mitra_4 (MRT)" pitchFamily="2" charset="-78"/>
              </a:rPr>
              <a:t>SQA </a:t>
            </a:r>
            <a:r>
              <a:rPr lang="fa-IR" sz="2400" dirty="0">
                <a:solidFill>
                  <a:schemeClr val="bg1"/>
                </a:solidFill>
                <a:cs typeface="2  Mitra_4 (MRT)" pitchFamily="2" charset="-78"/>
              </a:rPr>
              <a:t>برای پروژه: این طرح طی برنامه ریزی پروژه توسعه می یابد و توسط همه ی طرف های علاقه مند مورد بازبینی قرار می گیرد. فعالیت های تضمین کیفیت که توسط تیم مهندسی نرم افزار و گروه های </a:t>
            </a:r>
            <a:r>
              <a:rPr lang="en-US" sz="2400" dirty="0">
                <a:solidFill>
                  <a:schemeClr val="bg1"/>
                </a:solidFill>
                <a:cs typeface="2  Mitra_4 (MRT)" pitchFamily="2" charset="-78"/>
              </a:rPr>
              <a:t>SQA </a:t>
            </a:r>
            <a:r>
              <a:rPr lang="fa-IR" sz="2400" dirty="0">
                <a:solidFill>
                  <a:schemeClr val="bg1"/>
                </a:solidFill>
                <a:cs typeface="2  Mitra_4 (MRT)" pitchFamily="2" charset="-78"/>
              </a:rPr>
              <a:t>اجرا می شود از این طرح دستور می گیرند. در این طرح موارد زیر مشخص می شود</a:t>
            </a:r>
            <a:r>
              <a:rPr lang="fa-IR" sz="2400" dirty="0" smtClean="0">
                <a:solidFill>
                  <a:schemeClr val="bg1"/>
                </a:solidFill>
                <a:cs typeface="2  Mitra_4 (MRT)" pitchFamily="2" charset="-78"/>
              </a:rPr>
              <a:t>:</a:t>
            </a:r>
          </a:p>
          <a:p>
            <a:pPr marL="0" lvl="0" indent="0" algn="just">
              <a:lnSpc>
                <a:spcPct val="150000"/>
              </a:lnSpc>
              <a:buNone/>
            </a:pPr>
            <a:r>
              <a:rPr lang="fa-IR" sz="2400" dirty="0">
                <a:solidFill>
                  <a:schemeClr val="bg1"/>
                </a:solidFill>
                <a:cs typeface="2  Mitra_4 (MRT)" pitchFamily="2" charset="-78"/>
              </a:rPr>
              <a:t>ارزیابی هایی که باید انجام شوند، بازرسی ها و بازبینی هایی که باید اجرا شوند، استانداردهایی که در پروژه لازم الاجرا هستند، روال هایی برای گزارش و پیگیری خطا، مستنداتی که باید توسط گروه </a:t>
            </a:r>
            <a:r>
              <a:rPr lang="en-US" sz="2400" dirty="0">
                <a:solidFill>
                  <a:schemeClr val="bg1"/>
                </a:solidFill>
                <a:cs typeface="2  Mitra_4 (MRT)" pitchFamily="2" charset="-78"/>
              </a:rPr>
              <a:t>SQA</a:t>
            </a:r>
            <a:r>
              <a:rPr lang="fa-IR" sz="2400" dirty="0">
                <a:solidFill>
                  <a:schemeClr val="bg1"/>
                </a:solidFill>
                <a:cs typeface="2  Mitra_4 (MRT)" pitchFamily="2" charset="-78"/>
              </a:rPr>
              <a:t> تولید شود، مقدار بازخوردی که برای تیم پروژه ی نرم افزاری فراهم می آید</a:t>
            </a:r>
            <a:r>
              <a:rPr lang="fa-IR" sz="2400" dirty="0">
                <a:solidFill>
                  <a:schemeClr val="bg1"/>
                </a:solidFill>
              </a:rPr>
              <a:t>.</a:t>
            </a:r>
            <a:endParaRPr lang="fa-IR" sz="2400" dirty="0">
              <a:solidFill>
                <a:schemeClr val="bg1"/>
              </a:solidFill>
              <a:cs typeface="2  Mitra_4 (MRT)" pitchFamily="2" charset="-78"/>
            </a:endParaRPr>
          </a:p>
        </p:txBody>
      </p:sp>
    </p:spTree>
    <p:extLst>
      <p:ext uri="{BB962C8B-B14F-4D97-AF65-F5344CB8AC3E}">
        <p14:creationId xmlns:p14="http://schemas.microsoft.com/office/powerpoint/2010/main" val="300102187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randombar(horizontal)">
                                      <p:cBhvr>
                                        <p:cTn id="17" dur="500"/>
                                        <p:tgtEl>
                                          <p:spTgt spid="5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lvl="0" algn="just">
              <a:lnSpc>
                <a:spcPct val="150000"/>
              </a:lnSpc>
            </a:pPr>
            <a:r>
              <a:rPr lang="fa-IR" sz="2400" dirty="0">
                <a:cs typeface="2  Mitra_4 (MRT)" pitchFamily="2" charset="-78"/>
              </a:rPr>
              <a:t>شرکت در توسعه ی توصیف فرایند نرم افزاری پروژه: تیم نرم افزاری فرایندی برای انجام کار انتخاب می کند. گروه </a:t>
            </a:r>
            <a:r>
              <a:rPr lang="en-US" sz="2400" dirty="0">
                <a:cs typeface="2  Mitra_4 (MRT)" pitchFamily="2" charset="-78"/>
              </a:rPr>
              <a:t>SQA</a:t>
            </a:r>
            <a:r>
              <a:rPr lang="fa-IR" sz="2400" dirty="0">
                <a:cs typeface="2  Mitra_4 (MRT)" pitchFamily="2" charset="-78"/>
              </a:rPr>
              <a:t> توصیف فرایند را برای مطابقت با سیاست سازمانی، استانداردهای داخلی، استانداردهای تحمیل شده از خارج سازمان و بخش های دیگر برنامه ی پروژه ی نرم افزار مورد بازبینی قرار می دهد.</a:t>
            </a:r>
            <a:endParaRPr lang="en-US" sz="2400" dirty="0">
              <a:cs typeface="2  Mitra_4 (MRT)" pitchFamily="2" charset="-78"/>
            </a:endParaRPr>
          </a:p>
          <a:p>
            <a:pPr lvl="0" algn="just">
              <a:lnSpc>
                <a:spcPct val="150000"/>
              </a:lnSpc>
            </a:pPr>
            <a:r>
              <a:rPr lang="fa-IR" sz="2400" dirty="0">
                <a:cs typeface="2  Mitra_4 (MRT)" pitchFamily="2" charset="-78"/>
              </a:rPr>
              <a:t>بازبینی فعالیت های مهندسی نرم افزار برای وارسی مطابقت با فرایند نرم افزاری مشخص: گروه </a:t>
            </a:r>
            <a:r>
              <a:rPr lang="en-US" sz="2400" dirty="0">
                <a:cs typeface="2  Mitra_4 (MRT)" pitchFamily="2" charset="-78"/>
              </a:rPr>
              <a:t>SQA</a:t>
            </a:r>
            <a:r>
              <a:rPr lang="fa-IR" sz="2400" dirty="0">
                <a:cs typeface="2  Mitra_4 (MRT)" pitchFamily="2" charset="-78"/>
              </a:rPr>
              <a:t> انحرافات از فرایند را شناسایی، مستندسازی و پیگیری کرده انجام تصحیحات را مورد وارسی قرار می دهد.</a:t>
            </a:r>
            <a:endParaRPr lang="en-US" sz="2400" dirty="0">
              <a:cs typeface="2  Mitra_4 (MRT)" pitchFamily="2" charset="-78"/>
            </a:endParaRPr>
          </a:p>
        </p:txBody>
      </p:sp>
    </p:spTree>
    <p:extLst>
      <p:ext uri="{BB962C8B-B14F-4D97-AF65-F5344CB8AC3E}">
        <p14:creationId xmlns:p14="http://schemas.microsoft.com/office/powerpoint/2010/main" val="336714329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lnSpc>
                <a:spcPct val="150000"/>
              </a:lnSpc>
            </a:pPr>
            <a:r>
              <a:rPr lang="fa-IR" sz="2400" dirty="0">
                <a:solidFill>
                  <a:schemeClr val="bg1"/>
                </a:solidFill>
                <a:cs typeface="2  Mitra_4 (MRT)" pitchFamily="2" charset="-78"/>
              </a:rPr>
              <a:t>بازرسی محصولات کاری برای وارسی مطابقت با محصولات تعیین شده به عنوان بخشی از فرایند نرم افزار: همانند مرحله ی قبل است فقط </a:t>
            </a:r>
            <a:r>
              <a:rPr lang="en-US" sz="2400" dirty="0">
                <a:solidFill>
                  <a:schemeClr val="bg1"/>
                </a:solidFill>
                <a:cs typeface="2  Mitra_4 (MRT)" pitchFamily="2" charset="-78"/>
              </a:rPr>
              <a:t>SQA</a:t>
            </a:r>
            <a:r>
              <a:rPr lang="fa-IR" sz="2400" dirty="0">
                <a:solidFill>
                  <a:schemeClr val="bg1"/>
                </a:solidFill>
                <a:cs typeface="2  Mitra_4 (MRT)" pitchFamily="2" charset="-78"/>
              </a:rPr>
              <a:t> نتایج کاری خود را به مدیر پروژه گزارش می دهد.</a:t>
            </a:r>
            <a:endParaRPr lang="en-US" sz="2400" dirty="0">
              <a:solidFill>
                <a:schemeClr val="bg1"/>
              </a:solidFill>
              <a:cs typeface="2  Mitra_4 (MRT)" pitchFamily="2" charset="-78"/>
            </a:endParaRPr>
          </a:p>
          <a:p>
            <a:pPr algn="just">
              <a:lnSpc>
                <a:spcPct val="150000"/>
              </a:lnSpc>
            </a:pPr>
            <a:r>
              <a:rPr lang="fa-IR" sz="2400" dirty="0">
                <a:solidFill>
                  <a:schemeClr val="bg1"/>
                </a:solidFill>
                <a:cs typeface="2  Mitra_4 (MRT)" pitchFamily="2" charset="-78"/>
              </a:rPr>
              <a:t>حصول اطمینان از مستندسازی انحرافات در کار نرم افزار و محصولات کاری و مقابله با آن ها بر اساس یک رویه ی مستند سازی شده: ممکن است انحرافاتی در برنامه ی پروژه، توصیف فرایند، استانداردهای لازم الاجرا یا محصولات کاری به چشم بخورد.</a:t>
            </a:r>
            <a:endParaRPr lang="en-US" sz="2400" dirty="0">
              <a:solidFill>
                <a:schemeClr val="bg1"/>
              </a:solidFill>
              <a:cs typeface="2  Mitra_4 (MRT)" pitchFamily="2" charset="-78"/>
            </a:endParaRPr>
          </a:p>
        </p:txBody>
      </p:sp>
    </p:spTree>
    <p:extLst>
      <p:ext uri="{BB962C8B-B14F-4D97-AF65-F5344CB8AC3E}">
        <p14:creationId xmlns:p14="http://schemas.microsoft.com/office/powerpoint/2010/main" val="90121903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Ellipse 15"/>
          <p:cNvSpPr/>
          <p:nvPr/>
        </p:nvSpPr>
        <p:spPr bwMode="auto">
          <a:xfrm rot="1123418">
            <a:off x="3334032" y="66917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7030A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8" name="Ellipse 15"/>
          <p:cNvSpPr/>
          <p:nvPr/>
        </p:nvSpPr>
        <p:spPr bwMode="auto">
          <a:xfrm rot="1530996">
            <a:off x="3577019" y="747452"/>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3399"/>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9" name="Ellipse 15"/>
          <p:cNvSpPr/>
          <p:nvPr/>
        </p:nvSpPr>
        <p:spPr bwMode="auto">
          <a:xfrm rot="1980986">
            <a:off x="3851434" y="89920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D12112"/>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0" name="Ellipse 15"/>
          <p:cNvSpPr/>
          <p:nvPr/>
        </p:nvSpPr>
        <p:spPr bwMode="auto">
          <a:xfrm rot="2481755">
            <a:off x="4099565" y="105691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C00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r>
              <a:rPr lang="fa-IR" sz="3200" dirty="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latin typeface="Lucida Sans Unicode" pitchFamily="34" charset="0"/>
                <a:cs typeface="2  Titr" pitchFamily="2" charset="-78"/>
              </a:rPr>
              <a:t>اهداف، صفات و معیارها:</a:t>
            </a:r>
            <a:endParaRPr lang="en-US" sz="3200" dirty="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latin typeface="Lucida Sans Unicode" pitchFamily="34" charset="0"/>
              <a:cs typeface="2  Titr" pitchFamily="2" charset="-78"/>
            </a:endParaRPr>
          </a:p>
        </p:txBody>
      </p:sp>
      <p:sp>
        <p:nvSpPr>
          <p:cNvPr id="12" name="Ellipse 15"/>
          <p:cNvSpPr/>
          <p:nvPr/>
        </p:nvSpPr>
        <p:spPr bwMode="auto">
          <a:xfrm rot="4401100">
            <a:off x="4722628" y="208645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92D05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3" name="Ellipse 15"/>
          <p:cNvSpPr/>
          <p:nvPr/>
        </p:nvSpPr>
        <p:spPr bwMode="auto">
          <a:xfrm rot="4936605">
            <a:off x="4800400" y="2375178"/>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66FF"/>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3" name="Ellipse 15"/>
          <p:cNvSpPr/>
          <p:nvPr/>
        </p:nvSpPr>
        <p:spPr bwMode="auto">
          <a:xfrm rot="5400000">
            <a:off x="4800400" y="266171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206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1" name="Ellipse 10"/>
          <p:cNvSpPr/>
          <p:nvPr/>
        </p:nvSpPr>
        <p:spPr bwMode="auto">
          <a:xfrm>
            <a:off x="2987824" y="5064711"/>
            <a:ext cx="594000" cy="594000"/>
          </a:xfrm>
          <a:prstGeom prst="ellipse">
            <a:avLst/>
          </a:prstGeom>
          <a:gradFill>
            <a:gsLst>
              <a:gs pos="0">
                <a:schemeClr val="bg1">
                  <a:lumMod val="85000"/>
                </a:schemeClr>
              </a:gs>
              <a:gs pos="80000">
                <a:schemeClr val="bg1">
                  <a:lumMod val="95000"/>
                </a:schemeClr>
              </a:gs>
              <a:gs pos="100000">
                <a:schemeClr val="bg1"/>
              </a:gs>
            </a:gsLst>
          </a:gra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endParaRPr lang="fr-FR" sz="1400" b="1">
              <a:solidFill>
                <a:prstClr val="black"/>
              </a:solidFill>
              <a:latin typeface="Lucida Sans Unicode" pitchFamily="34" charset="0"/>
            </a:endParaRPr>
          </a:p>
        </p:txBody>
      </p:sp>
    </p:spTree>
    <p:extLst>
      <p:ext uri="{BB962C8B-B14F-4D97-AF65-F5344CB8AC3E}">
        <p14:creationId xmlns:p14="http://schemas.microsoft.com/office/powerpoint/2010/main" val="82964707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lnSpc>
                <a:spcPct val="150000"/>
              </a:lnSpc>
            </a:pPr>
            <a:r>
              <a:rPr lang="fa-IR" sz="2400" dirty="0">
                <a:solidFill>
                  <a:schemeClr val="bg1"/>
                </a:solidFill>
                <a:cs typeface="2  Mitra_4 (MRT)" pitchFamily="2" charset="-78"/>
              </a:rPr>
              <a:t>کنش های </a:t>
            </a:r>
            <a:r>
              <a:rPr lang="en-US" sz="2400" dirty="0">
                <a:solidFill>
                  <a:schemeClr val="bg1"/>
                </a:solidFill>
                <a:cs typeface="2  Mitra_4 (MRT)" pitchFamily="2" charset="-78"/>
              </a:rPr>
              <a:t>SQA</a:t>
            </a:r>
            <a:r>
              <a:rPr lang="fa-IR" sz="2400" dirty="0">
                <a:solidFill>
                  <a:schemeClr val="bg1"/>
                </a:solidFill>
                <a:cs typeface="2  Mitra_4 (MRT)" pitchFamily="2" charset="-78"/>
              </a:rPr>
              <a:t> برای دستیابی به اهداف عملی زیر اجرا می شوند:</a:t>
            </a:r>
            <a:endParaRPr lang="en-US" sz="2400" dirty="0">
              <a:solidFill>
                <a:schemeClr val="bg1"/>
              </a:solidFill>
              <a:cs typeface="2  Mitra_4 (MRT)" pitchFamily="2" charset="-78"/>
            </a:endParaRPr>
          </a:p>
          <a:p>
            <a:pPr lvl="0" algn="just">
              <a:lnSpc>
                <a:spcPct val="150000"/>
              </a:lnSpc>
            </a:pPr>
            <a:r>
              <a:rPr lang="fa-IR" sz="2400" dirty="0">
                <a:solidFill>
                  <a:schemeClr val="bg1"/>
                </a:solidFill>
                <a:cs typeface="2  Mitra_4 (MRT)" pitchFamily="2" charset="-78"/>
              </a:rPr>
              <a:t>کیفیت خواسته ها: صحت، کامل بودن و سازگاری مدل خواسته ها تاثیری قوی بر کیفیت همه ی محصولات کاری بعدی خواهد گذاشت. </a:t>
            </a:r>
            <a:r>
              <a:rPr lang="en-US" sz="2400" dirty="0">
                <a:solidFill>
                  <a:schemeClr val="bg1"/>
                </a:solidFill>
                <a:cs typeface="2  Mitra_4 (MRT)" pitchFamily="2" charset="-78"/>
              </a:rPr>
              <a:t>SQA</a:t>
            </a:r>
            <a:r>
              <a:rPr lang="fa-IR" sz="2400" dirty="0">
                <a:solidFill>
                  <a:schemeClr val="bg1"/>
                </a:solidFill>
                <a:cs typeface="2  Mitra_4 (MRT)" pitchFamily="2" charset="-78"/>
              </a:rPr>
              <a:t> باید مطمئن شود که تیم نرم افزاری به طور مناسب مدل خواسته ها را مرور کرده است تا به سطح بالایی از کیفیت دست یابد.</a:t>
            </a:r>
            <a:endParaRPr lang="en-US" sz="2400" dirty="0">
              <a:solidFill>
                <a:schemeClr val="bg1"/>
              </a:solidFill>
              <a:cs typeface="2  Mitra_4 (MRT)" pitchFamily="2" charset="-78"/>
            </a:endParaRPr>
          </a:p>
          <a:p>
            <a:pPr lvl="0" algn="just">
              <a:lnSpc>
                <a:spcPct val="150000"/>
              </a:lnSpc>
            </a:pPr>
            <a:r>
              <a:rPr lang="fa-IR" sz="2400" dirty="0">
                <a:solidFill>
                  <a:schemeClr val="bg1"/>
                </a:solidFill>
                <a:cs typeface="2  Mitra_4 (MRT)" pitchFamily="2" charset="-78"/>
              </a:rPr>
              <a:t>کیفیت طراحی: هر عنصر از مدل طراحی باید توسط تیم نرم افزاری ارزیابی شود تا اطمینان حاصل گردد که کیفیت بالایی از خود نشان دهد و خود طراحی با خواسته ها مطابقت دارد. </a:t>
            </a:r>
            <a:r>
              <a:rPr lang="en-US" sz="2400" dirty="0">
                <a:solidFill>
                  <a:schemeClr val="bg1"/>
                </a:solidFill>
                <a:cs typeface="2  Mitra_4 (MRT)" pitchFamily="2" charset="-78"/>
              </a:rPr>
              <a:t>SQA</a:t>
            </a:r>
            <a:r>
              <a:rPr lang="fa-IR" sz="2400" dirty="0">
                <a:solidFill>
                  <a:schemeClr val="bg1"/>
                </a:solidFill>
                <a:cs typeface="2  Mitra_4 (MRT)" pitchFamily="2" charset="-78"/>
              </a:rPr>
              <a:t> به دنبال صفاتی از طراحی است که نشان گر کیفیت هستند</a:t>
            </a:r>
            <a:r>
              <a:rPr lang="fa-IR" sz="2800" dirty="0">
                <a:solidFill>
                  <a:schemeClr val="bg1"/>
                </a:solidFill>
              </a:rPr>
              <a:t>.</a:t>
            </a:r>
            <a:endParaRPr lang="en-US" sz="2800" dirty="0">
              <a:solidFill>
                <a:schemeClr val="bg1"/>
              </a:solidFill>
            </a:endParaRPr>
          </a:p>
        </p:txBody>
      </p:sp>
    </p:spTree>
    <p:extLst>
      <p:ext uri="{BB962C8B-B14F-4D97-AF65-F5344CB8AC3E}">
        <p14:creationId xmlns:p14="http://schemas.microsoft.com/office/powerpoint/2010/main" val="1200023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fade">
                                      <p:cBhvr>
                                        <p:cTn id="7" dur="2000"/>
                                        <p:tgtEl>
                                          <p:spTgt spid="5123">
                                            <p:txEl>
                                              <p:pRg st="0" end="0"/>
                                            </p:txEl>
                                          </p:spTgt>
                                        </p:tgtEl>
                                      </p:cBhvr>
                                    </p:animEffect>
                                    <p:anim calcmode="lin" valueType="num">
                                      <p:cBhvr>
                                        <p:cTn id="8" dur="2000" fill="hold"/>
                                        <p:tgtEl>
                                          <p:spTgt spid="5123">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512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5123">
                                            <p:txEl>
                                              <p:pRg st="1" end="1"/>
                                            </p:txEl>
                                          </p:spTgt>
                                        </p:tgtEl>
                                        <p:attrNameLst>
                                          <p:attrName>style.visibility</p:attrName>
                                        </p:attrNameLst>
                                      </p:cBhvr>
                                      <p:to>
                                        <p:strVal val="visible"/>
                                      </p:to>
                                    </p:set>
                                    <p:animEffect transition="in" filter="fade">
                                      <p:cBhvr>
                                        <p:cTn id="14" dur="2000"/>
                                        <p:tgtEl>
                                          <p:spTgt spid="5123">
                                            <p:txEl>
                                              <p:pRg st="1" end="1"/>
                                            </p:txEl>
                                          </p:spTgt>
                                        </p:tgtEl>
                                      </p:cBhvr>
                                    </p:animEffect>
                                    <p:anim calcmode="lin" valueType="num">
                                      <p:cBhvr>
                                        <p:cTn id="15" dur="2000" fill="hold"/>
                                        <p:tgtEl>
                                          <p:spTgt spid="5123">
                                            <p:txEl>
                                              <p:pRg st="1" end="1"/>
                                            </p:txEl>
                                          </p:spTgt>
                                        </p:tgtEl>
                                        <p:attrNameLst>
                                          <p:attrName>ppt_w</p:attrName>
                                        </p:attrNameLst>
                                      </p:cBhvr>
                                      <p:tavLst>
                                        <p:tav tm="0" fmla="#ppt_w*sin(2.5*pi*$)">
                                          <p:val>
                                            <p:fltVal val="0"/>
                                          </p:val>
                                        </p:tav>
                                        <p:tav tm="100000">
                                          <p:val>
                                            <p:fltVal val="1"/>
                                          </p:val>
                                        </p:tav>
                                      </p:tavLst>
                                    </p:anim>
                                    <p:anim calcmode="lin" valueType="num">
                                      <p:cBhvr>
                                        <p:cTn id="16" dur="2000" fill="hold"/>
                                        <p:tgtEl>
                                          <p:spTgt spid="512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grpId="0" nodeType="clickEffect">
                                  <p:stCondLst>
                                    <p:cond delay="0"/>
                                  </p:stCondLst>
                                  <p:childTnLst>
                                    <p:set>
                                      <p:cBhvr>
                                        <p:cTn id="20" dur="1" fill="hold">
                                          <p:stCondLst>
                                            <p:cond delay="0"/>
                                          </p:stCondLst>
                                        </p:cTn>
                                        <p:tgtEl>
                                          <p:spTgt spid="5123">
                                            <p:txEl>
                                              <p:pRg st="2" end="2"/>
                                            </p:txEl>
                                          </p:spTgt>
                                        </p:tgtEl>
                                        <p:attrNameLst>
                                          <p:attrName>style.visibility</p:attrName>
                                        </p:attrNameLst>
                                      </p:cBhvr>
                                      <p:to>
                                        <p:strVal val="visible"/>
                                      </p:to>
                                    </p:set>
                                    <p:animEffect transition="in" filter="fade">
                                      <p:cBhvr>
                                        <p:cTn id="21" dur="2000"/>
                                        <p:tgtEl>
                                          <p:spTgt spid="5123">
                                            <p:txEl>
                                              <p:pRg st="2" end="2"/>
                                            </p:txEl>
                                          </p:spTgt>
                                        </p:tgtEl>
                                      </p:cBhvr>
                                    </p:animEffect>
                                    <p:anim calcmode="lin" valueType="num">
                                      <p:cBhvr>
                                        <p:cTn id="22" dur="2000" fill="hold"/>
                                        <p:tgtEl>
                                          <p:spTgt spid="5123">
                                            <p:txEl>
                                              <p:pRg st="2" end="2"/>
                                            </p:txEl>
                                          </p:spTgt>
                                        </p:tgtEl>
                                        <p:attrNameLst>
                                          <p:attrName>ppt_w</p:attrName>
                                        </p:attrNameLst>
                                      </p:cBhvr>
                                      <p:tavLst>
                                        <p:tav tm="0" fmla="#ppt_w*sin(2.5*pi*$)">
                                          <p:val>
                                            <p:fltVal val="0"/>
                                          </p:val>
                                        </p:tav>
                                        <p:tav tm="100000">
                                          <p:val>
                                            <p:fltVal val="1"/>
                                          </p:val>
                                        </p:tav>
                                      </p:tavLst>
                                    </p:anim>
                                    <p:anim calcmode="lin" valueType="num">
                                      <p:cBhvr>
                                        <p:cTn id="23" dur="2000" fill="hold"/>
                                        <p:tgtEl>
                                          <p:spTgt spid="512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lnSpc>
                <a:spcPct val="150000"/>
              </a:lnSpc>
              <a:spcAft>
                <a:spcPts val="1000"/>
              </a:spcAft>
            </a:pPr>
            <a:r>
              <a:rPr lang="fa-IR" sz="2400" dirty="0">
                <a:cs typeface="2  Mitra_4 (MRT)" pitchFamily="2" charset="-78"/>
              </a:rPr>
              <a:t>	کیفیت کدها: کد منبع و محصولات کاری مرتبط با آن باید با استانداردهای محلی کدنویسی مطابقت داشته باشد و خصوصیاتی از خود به نمایش بگذارند که قابلیت نگهداری را بهبود بخشند. </a:t>
            </a:r>
            <a:r>
              <a:rPr lang="en-US" sz="2400" dirty="0">
                <a:cs typeface="2  Mitra_4 (MRT)" pitchFamily="2" charset="-78"/>
              </a:rPr>
              <a:t>SQA </a:t>
            </a:r>
            <a:r>
              <a:rPr lang="fa-IR" sz="2400" dirty="0">
                <a:cs typeface="2  Mitra_4 (MRT)" pitchFamily="2" charset="-78"/>
              </a:rPr>
              <a:t>باید این صفات را که تحلیل منطقی کیفیت کدها را مسیر می سازند جدا کند.</a:t>
            </a:r>
          </a:p>
          <a:p>
            <a:pPr algn="just">
              <a:lnSpc>
                <a:spcPct val="150000"/>
              </a:lnSpc>
              <a:spcAft>
                <a:spcPts val="1000"/>
              </a:spcAft>
            </a:pPr>
            <a:r>
              <a:rPr lang="fa-IR" sz="2400" dirty="0">
                <a:cs typeface="2  Mitra_4 (MRT)" pitchFamily="2" charset="-78"/>
              </a:rPr>
              <a:t>	اثربخشی کنترل کیفیت: تیم نرم افزاری باید منابع محدود را به گونه ای به کار گیرد که احتمال دستیابی به نتیجه ای با کیفیت بالاتری، بسیار زیاد باشد، </a:t>
            </a:r>
            <a:r>
              <a:rPr lang="en-US" sz="2400" dirty="0">
                <a:cs typeface="2  Mitra_4 (MRT)" pitchFamily="2" charset="-78"/>
              </a:rPr>
              <a:t>SQA </a:t>
            </a:r>
            <a:r>
              <a:rPr lang="fa-IR" sz="2400" dirty="0">
                <a:cs typeface="2  Mitra_4 (MRT)" pitchFamily="2" charset="-78"/>
              </a:rPr>
              <a:t>تخصیص منابع به مرورها و آزمون ها را تحلیل می کند تا ارزیابی کند که آیا به بهترین نحو ممکن تخصیص داده شده اند یا خیر.</a:t>
            </a:r>
          </a:p>
        </p:txBody>
      </p:sp>
    </p:spTree>
    <p:extLst>
      <p:ext uri="{BB962C8B-B14F-4D97-AF65-F5344CB8AC3E}">
        <p14:creationId xmlns:p14="http://schemas.microsoft.com/office/powerpoint/2010/main" val="30642223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p:cTn id="7" dur="1000" fill="hold"/>
                                        <p:tgtEl>
                                          <p:spTgt spid="512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512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512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512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anim calcmode="lin" valueType="num">
                                      <p:cBhvr>
                                        <p:cTn id="15" dur="1000" fill="hold"/>
                                        <p:tgtEl>
                                          <p:spTgt spid="512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512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512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5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Ellipse 15"/>
          <p:cNvSpPr/>
          <p:nvPr/>
        </p:nvSpPr>
        <p:spPr bwMode="auto">
          <a:xfrm rot="1123418">
            <a:off x="3334032" y="66917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7030A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8" name="Ellipse 15"/>
          <p:cNvSpPr/>
          <p:nvPr/>
        </p:nvSpPr>
        <p:spPr bwMode="auto">
          <a:xfrm rot="1530996">
            <a:off x="3577019" y="747452"/>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3399"/>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9" name="Ellipse 15"/>
          <p:cNvSpPr/>
          <p:nvPr/>
        </p:nvSpPr>
        <p:spPr bwMode="auto">
          <a:xfrm rot="1980986">
            <a:off x="4379922" y="37400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D12112"/>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r>
              <a:rPr lang="fa-IR" sz="2800" dirty="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latin typeface="Lucida Sans Unicode" pitchFamily="34" charset="0"/>
                <a:cs typeface="2  Titr" pitchFamily="2" charset="-78"/>
              </a:rPr>
              <a:t>تضمین کیفیت آماری نرم افزار</a:t>
            </a:r>
            <a:endParaRPr lang="en-US" sz="2800" dirty="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latin typeface="Lucida Sans Unicode" pitchFamily="34" charset="0"/>
              <a:cs typeface="2  Titr" pitchFamily="2" charset="-78"/>
            </a:endParaRPr>
          </a:p>
        </p:txBody>
      </p:sp>
      <p:sp>
        <p:nvSpPr>
          <p:cNvPr id="15" name="Ellipse 15"/>
          <p:cNvSpPr/>
          <p:nvPr/>
        </p:nvSpPr>
        <p:spPr bwMode="auto">
          <a:xfrm rot="3949669">
            <a:off x="4599450" y="182271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C00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6" name="Ellipse 15"/>
          <p:cNvSpPr/>
          <p:nvPr/>
        </p:nvSpPr>
        <p:spPr bwMode="auto">
          <a:xfrm rot="4401100">
            <a:off x="4722628" y="208645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92D05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srgbClr val="FF0000"/>
              </a:solidFill>
              <a:effectLst>
                <a:outerShdw blurRad="38100" dist="38100" dir="2700000" algn="tl">
                  <a:srgbClr val="000000">
                    <a:alpha val="43137"/>
                  </a:srgbClr>
                </a:outerShdw>
              </a:effectLst>
              <a:latin typeface="Lucida Sans Unicode" pitchFamily="34" charset="0"/>
            </a:endParaRPr>
          </a:p>
        </p:txBody>
      </p:sp>
      <p:sp>
        <p:nvSpPr>
          <p:cNvPr id="20" name="Ellipse 15"/>
          <p:cNvSpPr/>
          <p:nvPr/>
        </p:nvSpPr>
        <p:spPr bwMode="auto">
          <a:xfrm rot="4936605">
            <a:off x="4800400" y="2375178"/>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66FF"/>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3" name="Ellipse 15"/>
          <p:cNvSpPr/>
          <p:nvPr/>
        </p:nvSpPr>
        <p:spPr bwMode="auto">
          <a:xfrm rot="5400000">
            <a:off x="4800400" y="266171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206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1" name="Ellipse 10"/>
          <p:cNvSpPr/>
          <p:nvPr/>
        </p:nvSpPr>
        <p:spPr bwMode="auto">
          <a:xfrm>
            <a:off x="2987824" y="5064711"/>
            <a:ext cx="594000" cy="594000"/>
          </a:xfrm>
          <a:prstGeom prst="ellipse">
            <a:avLst/>
          </a:prstGeom>
          <a:gradFill>
            <a:gsLst>
              <a:gs pos="0">
                <a:schemeClr val="bg1">
                  <a:lumMod val="85000"/>
                </a:schemeClr>
              </a:gs>
              <a:gs pos="80000">
                <a:schemeClr val="bg1">
                  <a:lumMod val="95000"/>
                </a:schemeClr>
              </a:gs>
              <a:gs pos="100000">
                <a:schemeClr val="bg1"/>
              </a:gs>
            </a:gsLst>
          </a:gra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endParaRPr lang="fr-FR" sz="1400" b="1">
              <a:solidFill>
                <a:prstClr val="black"/>
              </a:solidFill>
              <a:latin typeface="Lucida Sans Unicode" pitchFamily="34" charset="0"/>
            </a:endParaRPr>
          </a:p>
        </p:txBody>
      </p:sp>
    </p:spTree>
    <p:extLst>
      <p:ext uri="{BB962C8B-B14F-4D97-AF65-F5344CB8AC3E}">
        <p14:creationId xmlns:p14="http://schemas.microsoft.com/office/powerpoint/2010/main" val="136111676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spcAft>
                <a:spcPts val="1000"/>
              </a:spcAft>
            </a:pPr>
            <a:r>
              <a:rPr lang="fa-IR" sz="2500" dirty="0" smtClean="0">
                <a:solidFill>
                  <a:schemeClr val="bg1"/>
                </a:solidFill>
                <a:cs typeface="2  Mitra_4 (MRT)" pitchFamily="2" charset="-78"/>
              </a:rPr>
              <a:t> تضین کیفیت آماری نرم افزار رفته رفته در سرتاسر صنعت گسترش می یابد تا کیفیت ویژگی کمی بیش تری بگیرد که تضمین کیفیت آماری شامل مراحل زیر می باشد:</a:t>
            </a:r>
          </a:p>
          <a:p>
            <a:pPr algn="just">
              <a:spcAft>
                <a:spcPts val="1000"/>
              </a:spcAft>
            </a:pPr>
            <a:r>
              <a:rPr lang="fa-IR" sz="2500" dirty="0" smtClean="0">
                <a:solidFill>
                  <a:schemeClr val="bg1"/>
                </a:solidFill>
                <a:cs typeface="2  Mitra_4 (MRT)" pitchFamily="2" charset="-78"/>
              </a:rPr>
              <a:t>-	اطلاعات مربوط به نقایص نرم افزار جمع آوری و گروه بندی می شود.</a:t>
            </a:r>
          </a:p>
          <a:p>
            <a:pPr algn="just">
              <a:spcAft>
                <a:spcPts val="1000"/>
              </a:spcAft>
            </a:pPr>
            <a:r>
              <a:rPr lang="fa-IR" sz="2500" dirty="0" smtClean="0">
                <a:solidFill>
                  <a:schemeClr val="bg1"/>
                </a:solidFill>
                <a:cs typeface="2  Mitra_4 (MRT)" pitchFamily="2" charset="-78"/>
              </a:rPr>
              <a:t>-	کوشش می شود رد هر نقص تا علت اصلی آن پیگیری شود.</a:t>
            </a:r>
          </a:p>
          <a:p>
            <a:pPr algn="just">
              <a:spcAft>
                <a:spcPts val="1000"/>
              </a:spcAft>
            </a:pPr>
            <a:r>
              <a:rPr lang="fa-IR" sz="2500" dirty="0" smtClean="0">
                <a:solidFill>
                  <a:schemeClr val="bg1"/>
                </a:solidFill>
                <a:cs typeface="2  Mitra_4 (MRT)" pitchFamily="2" charset="-78"/>
              </a:rPr>
              <a:t>-	با استفاده از اصل پارتو ( ریشه ی 80% نقایص را می توان در 20% از همه ی علل ممکن یافت) آن 20% درصد علل جدا می شود.</a:t>
            </a:r>
          </a:p>
          <a:p>
            <a:pPr algn="just">
              <a:spcAft>
                <a:spcPts val="1000"/>
              </a:spcAft>
            </a:pPr>
            <a:r>
              <a:rPr lang="fa-IR" sz="2500" dirty="0" smtClean="0">
                <a:solidFill>
                  <a:schemeClr val="bg1"/>
                </a:solidFill>
                <a:cs typeface="2  Mitra_4 (MRT)" pitchFamily="2" charset="-78"/>
              </a:rPr>
              <a:t>-	هنگامی که چند علت حیاتی شناسایی شدند، حرکت برای تصحیح مشکلاتی که باعث این نقایص شده اند آغاز می شود.</a:t>
            </a:r>
            <a:endParaRPr lang="en-US" sz="2500" dirty="0">
              <a:solidFill>
                <a:schemeClr val="bg1"/>
              </a:solidFill>
              <a:cs typeface="2  Mitra_4 (MRT)" pitchFamily="2" charset="-78"/>
            </a:endParaRPr>
          </a:p>
        </p:txBody>
      </p:sp>
    </p:spTree>
    <p:extLst>
      <p:ext uri="{BB962C8B-B14F-4D97-AF65-F5344CB8AC3E}">
        <p14:creationId xmlns:p14="http://schemas.microsoft.com/office/powerpoint/2010/main" val="25570330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arn(inVertic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barn(inVertic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barn(inVertical)">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barn(inVertical)">
                                      <p:cBhvr>
                                        <p:cTn id="22" dur="500"/>
                                        <p:tgtEl>
                                          <p:spTgt spid="5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123">
                                            <p:txEl>
                                              <p:pRg st="4" end="4"/>
                                            </p:txEl>
                                          </p:spTgt>
                                        </p:tgtEl>
                                        <p:attrNameLst>
                                          <p:attrName>style.visibility</p:attrName>
                                        </p:attrNameLst>
                                      </p:cBhvr>
                                      <p:to>
                                        <p:strVal val="visible"/>
                                      </p:to>
                                    </p:set>
                                    <p:animEffect transition="in" filter="barn(inVertical)">
                                      <p:cBhvr>
                                        <p:cTn id="27" dur="500"/>
                                        <p:tgtEl>
                                          <p:spTgt spid="51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Ellipse 15"/>
          <p:cNvSpPr/>
          <p:nvPr/>
        </p:nvSpPr>
        <p:spPr bwMode="auto">
          <a:xfrm rot="1123418">
            <a:off x="3334032" y="66917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7030A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8" name="Ellipse 15"/>
          <p:cNvSpPr/>
          <p:nvPr/>
        </p:nvSpPr>
        <p:spPr bwMode="auto">
          <a:xfrm rot="1530996">
            <a:off x="3846122" y="15293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3399"/>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r>
              <a:rPr lang="fa-IR" sz="2400" dirty="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latin typeface="Lucida Sans Unicode" pitchFamily="34" charset="0"/>
                <a:cs typeface="2  Titr" pitchFamily="2" charset="-78"/>
              </a:rPr>
              <a:t>شش سیگما برای مهندسی نرم افزار</a:t>
            </a:r>
            <a:endParaRPr lang="en-US" sz="2400" dirty="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latin typeface="Lucida Sans Unicode" pitchFamily="34" charset="0"/>
              <a:cs typeface="2  Titr" pitchFamily="2" charset="-78"/>
            </a:endParaRPr>
          </a:p>
        </p:txBody>
      </p:sp>
      <p:sp>
        <p:nvSpPr>
          <p:cNvPr id="22" name="Ellipse 15"/>
          <p:cNvSpPr/>
          <p:nvPr/>
        </p:nvSpPr>
        <p:spPr bwMode="auto">
          <a:xfrm rot="3448900">
            <a:off x="4486638" y="1524629"/>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D12112"/>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4" name="Ellipse 15"/>
          <p:cNvSpPr/>
          <p:nvPr/>
        </p:nvSpPr>
        <p:spPr bwMode="auto">
          <a:xfrm rot="3949669">
            <a:off x="4663494" y="1795524"/>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C00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5" name="Ellipse 15"/>
          <p:cNvSpPr/>
          <p:nvPr/>
        </p:nvSpPr>
        <p:spPr bwMode="auto">
          <a:xfrm rot="4401100">
            <a:off x="4756340" y="208645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92D05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6" name="Ellipse 15"/>
          <p:cNvSpPr/>
          <p:nvPr/>
        </p:nvSpPr>
        <p:spPr bwMode="auto">
          <a:xfrm rot="4936605">
            <a:off x="4800400" y="2375178"/>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66FF"/>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3" name="Ellipse 15"/>
          <p:cNvSpPr/>
          <p:nvPr/>
        </p:nvSpPr>
        <p:spPr bwMode="auto">
          <a:xfrm rot="5400000">
            <a:off x="4800400" y="266171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206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1" name="Ellipse 10"/>
          <p:cNvSpPr/>
          <p:nvPr/>
        </p:nvSpPr>
        <p:spPr bwMode="auto">
          <a:xfrm>
            <a:off x="2987824" y="5064711"/>
            <a:ext cx="594000" cy="594000"/>
          </a:xfrm>
          <a:prstGeom prst="ellipse">
            <a:avLst/>
          </a:prstGeom>
          <a:gradFill>
            <a:gsLst>
              <a:gs pos="0">
                <a:schemeClr val="bg1">
                  <a:lumMod val="85000"/>
                </a:schemeClr>
              </a:gs>
              <a:gs pos="80000">
                <a:schemeClr val="bg1">
                  <a:lumMod val="95000"/>
                </a:schemeClr>
              </a:gs>
              <a:gs pos="100000">
                <a:schemeClr val="bg1"/>
              </a:gs>
            </a:gsLst>
          </a:gra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endParaRPr lang="fr-FR" sz="1400" b="1">
              <a:solidFill>
                <a:prstClr val="black"/>
              </a:solidFill>
              <a:latin typeface="Lucida Sans Unicode" pitchFamily="34" charset="0"/>
            </a:endParaRPr>
          </a:p>
        </p:txBody>
      </p:sp>
    </p:spTree>
    <p:extLst>
      <p:ext uri="{BB962C8B-B14F-4D97-AF65-F5344CB8AC3E}">
        <p14:creationId xmlns:p14="http://schemas.microsoft.com/office/powerpoint/2010/main" val="40694538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lnSpc>
                <a:spcPct val="150000"/>
              </a:lnSpc>
            </a:pPr>
            <a:r>
              <a:rPr lang="fa-IR" sz="2600" dirty="0">
                <a:cs typeface="2  Mitra_4 (MRT)" pitchFamily="2" charset="-78"/>
              </a:rPr>
              <a:t> شش سیگما پرکاربرترین راهبرد برای تضمین کیفیت آماری است که توسط موتورولا در دهه ی 190 به عموم شناسانده شد. یک روش شناسی شدید و منضبط است که از داده ها و تحلیل آماری برای اندازه گیری عملکرد شرکت و بهبود بخشیدن به آن از طریق شناسایی و حذف نقایص در فرایندهای تولیدی و خدماتی بهره می برد.</a:t>
            </a:r>
          </a:p>
          <a:p>
            <a:pPr algn="just">
              <a:lnSpc>
                <a:spcPct val="150000"/>
              </a:lnSpc>
            </a:pPr>
            <a:r>
              <a:rPr lang="fa-IR" sz="2600" dirty="0">
                <a:cs typeface="2  Mitra_4 (MRT)" pitchFamily="2" charset="-78"/>
              </a:rPr>
              <a:t>      اصطلاح شش سیگما از شش برابر مقدار انحراف معیار به دست آمده است که معادل با 4/3 نمونه به ازای هر یک میلیون نمونه است </a:t>
            </a:r>
            <a:r>
              <a:rPr lang="fa-IR" sz="2600" dirty="0" smtClean="0">
                <a:cs typeface="2  Mitra_4 (MRT)" pitchFamily="2" charset="-78"/>
              </a:rPr>
              <a:t>.</a:t>
            </a:r>
            <a:endParaRPr lang="en-US" sz="2600" dirty="0">
              <a:cs typeface="2  Mitra_4 (MRT)" pitchFamily="2" charset="-78"/>
            </a:endParaRPr>
          </a:p>
        </p:txBody>
      </p:sp>
    </p:spTree>
    <p:extLst>
      <p:ext uri="{BB962C8B-B14F-4D97-AF65-F5344CB8AC3E}">
        <p14:creationId xmlns:p14="http://schemas.microsoft.com/office/powerpoint/2010/main" val="3474987847"/>
      </p:ext>
    </p:extLst>
  </p:cSld>
  <p:clrMapOvr>
    <a:overrideClrMapping bg1="lt1" tx1="dk1" bg2="lt2" tx2="dk2" accent1="accent1" accent2="accent2" accent3="accent3" accent4="accent4" accent5="accent5" accent6="accent6" hlink="hlink" folHlink="folHlink"/>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marL="0" indent="0">
              <a:lnSpc>
                <a:spcPct val="150000"/>
              </a:lnSpc>
              <a:buNone/>
            </a:pPr>
            <a:r>
              <a:rPr lang="fa-IR" sz="2600" dirty="0">
                <a:solidFill>
                  <a:schemeClr val="bg1"/>
                </a:solidFill>
                <a:cs typeface="2  Mitra_4 (MRT)" pitchFamily="2" charset="-78"/>
              </a:rPr>
              <a:t>و این حد اعلای استانداردهای کیفیتی است در روش شناسی شش سیگما سه مرحله ی اصلی وجود دارد:</a:t>
            </a:r>
            <a:endParaRPr lang="en-US" sz="2600" dirty="0">
              <a:solidFill>
                <a:schemeClr val="bg1"/>
              </a:solidFill>
              <a:cs typeface="2  Mitra_4 (MRT)" pitchFamily="2" charset="-78"/>
            </a:endParaRPr>
          </a:p>
          <a:p>
            <a:pPr lvl="0">
              <a:lnSpc>
                <a:spcPct val="150000"/>
              </a:lnSpc>
            </a:pPr>
            <a:r>
              <a:rPr lang="fa-IR" sz="2600" dirty="0">
                <a:solidFill>
                  <a:schemeClr val="bg1"/>
                </a:solidFill>
                <a:cs typeface="2  Mitra_4 (MRT)" pitchFamily="2" charset="-78"/>
              </a:rPr>
              <a:t>تعریف خواسته های مشتری، محصولات قابل تحویل و اهداف پروژه از طریق روش های کاملاً مشخص برای برقراری ارتباط با مشتری.</a:t>
            </a:r>
            <a:endParaRPr lang="en-US" sz="2600" dirty="0">
              <a:solidFill>
                <a:schemeClr val="bg1"/>
              </a:solidFill>
              <a:cs typeface="2  Mitra_4 (MRT)" pitchFamily="2" charset="-78"/>
            </a:endParaRPr>
          </a:p>
          <a:p>
            <a:pPr lvl="0">
              <a:lnSpc>
                <a:spcPct val="150000"/>
              </a:lnSpc>
            </a:pPr>
            <a:r>
              <a:rPr lang="fa-IR" sz="2600" dirty="0">
                <a:solidFill>
                  <a:schemeClr val="bg1"/>
                </a:solidFill>
                <a:cs typeface="2  Mitra_4 (MRT)" pitchFamily="2" charset="-78"/>
              </a:rPr>
              <a:t>اندازه گیری فرایند موجود و خروجی آن برای تعیین کیفیت فعلی ( جمع آوری معیارهای نقص).</a:t>
            </a:r>
            <a:endParaRPr lang="en-US" sz="2600" dirty="0">
              <a:solidFill>
                <a:schemeClr val="bg1"/>
              </a:solidFill>
              <a:cs typeface="2  Mitra_4 (MRT)" pitchFamily="2" charset="-78"/>
            </a:endParaRPr>
          </a:p>
          <a:p>
            <a:pPr lvl="0">
              <a:lnSpc>
                <a:spcPct val="150000"/>
              </a:lnSpc>
            </a:pPr>
            <a:r>
              <a:rPr lang="fa-IR" sz="2600" dirty="0">
                <a:solidFill>
                  <a:schemeClr val="bg1"/>
                </a:solidFill>
                <a:cs typeface="2  Mitra_4 (MRT)" pitchFamily="2" charset="-78"/>
              </a:rPr>
              <a:t>تحلیل معیارهای نقص و تعیین چند علت حیاتی.</a:t>
            </a:r>
            <a:endParaRPr lang="en-US" sz="2600" dirty="0">
              <a:solidFill>
                <a:schemeClr val="bg1"/>
              </a:solidFill>
              <a:cs typeface="2  Mitra_4 (MRT)" pitchFamily="2" charset="-78"/>
            </a:endParaRPr>
          </a:p>
        </p:txBody>
      </p:sp>
    </p:spTree>
    <p:extLst>
      <p:ext uri="{BB962C8B-B14F-4D97-AF65-F5344CB8AC3E}">
        <p14:creationId xmlns:p14="http://schemas.microsoft.com/office/powerpoint/2010/main" val="35015343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randombar(horizontal)">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randombar(horizontal)">
                                      <p:cBhvr>
                                        <p:cTn id="22" dur="500"/>
                                        <p:tgtEl>
                                          <p:spTgt spid="5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123">
                                            <p:txEl>
                                              <p:pRg st="0" end="0"/>
                                            </p:txEl>
                                          </p:spTgt>
                                        </p:tgtEl>
                                        <p:attrNameLst>
                                          <p:attrName>style.visibility</p:attrName>
                                        </p:attrNameLst>
                                      </p:cBhvr>
                                      <p:to>
                                        <p:strVal val="visible"/>
                                      </p:to>
                                    </p:set>
                                    <p:animEffect transition="in" filter="fade">
                                      <p:cBhvr>
                                        <p:cTn id="27" dur="1000"/>
                                        <p:tgtEl>
                                          <p:spTgt spid="5123">
                                            <p:txEl>
                                              <p:pRg st="0" end="0"/>
                                            </p:txEl>
                                          </p:spTgt>
                                        </p:tgtEl>
                                      </p:cBhvr>
                                    </p:animEffect>
                                    <p:anim calcmode="lin" valueType="num">
                                      <p:cBhvr>
                                        <p:cTn id="28"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5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5123">
                                            <p:txEl>
                                              <p:pRg st="1" end="1"/>
                                            </p:txEl>
                                          </p:spTgt>
                                        </p:tgtEl>
                                        <p:attrNameLst>
                                          <p:attrName>style.visibility</p:attrName>
                                        </p:attrNameLst>
                                      </p:cBhvr>
                                      <p:to>
                                        <p:strVal val="visible"/>
                                      </p:to>
                                    </p:set>
                                    <p:animEffect transition="in" filter="fade">
                                      <p:cBhvr>
                                        <p:cTn id="34" dur="1000"/>
                                        <p:tgtEl>
                                          <p:spTgt spid="5123">
                                            <p:txEl>
                                              <p:pRg st="1" end="1"/>
                                            </p:txEl>
                                          </p:spTgt>
                                        </p:tgtEl>
                                      </p:cBhvr>
                                    </p:animEffect>
                                    <p:anim calcmode="lin" valueType="num">
                                      <p:cBhvr>
                                        <p:cTn id="35"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36"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123">
                                            <p:txEl>
                                              <p:pRg st="2" end="2"/>
                                            </p:txEl>
                                          </p:spTgt>
                                        </p:tgtEl>
                                        <p:attrNameLst>
                                          <p:attrName>style.visibility</p:attrName>
                                        </p:attrNameLst>
                                      </p:cBhvr>
                                      <p:to>
                                        <p:strVal val="visible"/>
                                      </p:to>
                                    </p:set>
                                    <p:animEffect transition="in" filter="fade">
                                      <p:cBhvr>
                                        <p:cTn id="41" dur="1000"/>
                                        <p:tgtEl>
                                          <p:spTgt spid="5123">
                                            <p:txEl>
                                              <p:pRg st="2" end="2"/>
                                            </p:txEl>
                                          </p:spTgt>
                                        </p:tgtEl>
                                      </p:cBhvr>
                                    </p:animEffect>
                                    <p:anim calcmode="lin" valueType="num">
                                      <p:cBhvr>
                                        <p:cTn id="42" dur="1000" fill="hold"/>
                                        <p:tgtEl>
                                          <p:spTgt spid="5123">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51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5123">
                                            <p:txEl>
                                              <p:pRg st="3" end="3"/>
                                            </p:txEl>
                                          </p:spTgt>
                                        </p:tgtEl>
                                        <p:attrNameLst>
                                          <p:attrName>style.visibility</p:attrName>
                                        </p:attrNameLst>
                                      </p:cBhvr>
                                      <p:to>
                                        <p:strVal val="visible"/>
                                      </p:to>
                                    </p:set>
                                    <p:animEffect transition="in" filter="fade">
                                      <p:cBhvr>
                                        <p:cTn id="48" dur="1000"/>
                                        <p:tgtEl>
                                          <p:spTgt spid="5123">
                                            <p:txEl>
                                              <p:pRg st="3" end="3"/>
                                            </p:txEl>
                                          </p:spTgt>
                                        </p:tgtEl>
                                      </p:cBhvr>
                                    </p:animEffect>
                                    <p:anim calcmode="lin" valueType="num">
                                      <p:cBhvr>
                                        <p:cTn id="49" dur="1000" fill="hold"/>
                                        <p:tgtEl>
                                          <p:spTgt spid="5123">
                                            <p:txEl>
                                              <p:pRg st="3" end="3"/>
                                            </p:txEl>
                                          </p:spTgt>
                                        </p:tgtEl>
                                        <p:attrNameLst>
                                          <p:attrName>ppt_x</p:attrName>
                                        </p:attrNameLst>
                                      </p:cBhvr>
                                      <p:tavLst>
                                        <p:tav tm="0">
                                          <p:val>
                                            <p:strVal val="#ppt_x"/>
                                          </p:val>
                                        </p:tav>
                                        <p:tav tm="100000">
                                          <p:val>
                                            <p:strVal val="#ppt_x"/>
                                          </p:val>
                                        </p:tav>
                                      </p:tavLst>
                                    </p:anim>
                                    <p:anim calcmode="lin" valueType="num">
                                      <p:cBhvr>
                                        <p:cTn id="50" dur="1000" fill="hold"/>
                                        <p:tgtEl>
                                          <p:spTgt spid="512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marL="0" indent="0" algn="just">
              <a:lnSpc>
                <a:spcPct val="150000"/>
              </a:lnSpc>
              <a:buNone/>
            </a:pPr>
            <a:r>
              <a:rPr lang="fa-IR" sz="2600" dirty="0">
                <a:cs typeface="2  Mitra_4 (MRT)" pitchFamily="2" charset="-78"/>
              </a:rPr>
              <a:t> اگر یک فرایند نرم افزار موجود، در جای خود باشد ولی به بهبود نیاز داشته باشد، شش سیگما دو مرحله ی اضافی برای آن پیشنهاد می کند:</a:t>
            </a:r>
          </a:p>
          <a:p>
            <a:pPr lvl="0" algn="just"/>
            <a:r>
              <a:rPr lang="fa-IR" sz="2600" dirty="0">
                <a:cs typeface="2  Mitra_4 (MRT)" pitchFamily="2" charset="-78"/>
              </a:rPr>
              <a:t>بهبود بخشیدن به فرایند با حذف علل ریشه ای نقایص</a:t>
            </a:r>
            <a:endParaRPr lang="en-US" sz="2600" dirty="0">
              <a:cs typeface="2  Mitra_4 (MRT)" pitchFamily="2" charset="-78"/>
            </a:endParaRPr>
          </a:p>
          <a:p>
            <a:pPr lvl="0" algn="just"/>
            <a:r>
              <a:rPr lang="fa-IR" sz="2600" dirty="0">
                <a:cs typeface="2  Mitra_4 (MRT)" pitchFamily="2" charset="-78"/>
              </a:rPr>
              <a:t>کنترل فرایند برای حصول اطمینان از این که کارهای آینده باعث ورود دوباره ی علل این نقایص نخواهد شد.</a:t>
            </a:r>
            <a:endParaRPr lang="en-US" sz="2600" dirty="0">
              <a:cs typeface="2  Mitra_4 (MRT)" pitchFamily="2" charset="-78"/>
            </a:endParaRPr>
          </a:p>
          <a:p>
            <a:pPr algn="just"/>
            <a:r>
              <a:rPr lang="fa-IR" sz="2600" dirty="0">
                <a:cs typeface="2  Mitra_4 (MRT)" pitchFamily="2" charset="-78"/>
              </a:rPr>
              <a:t>      این مراحل اصلی و اضافی را گاهی روش </a:t>
            </a:r>
            <a:r>
              <a:rPr lang="en-US" sz="2600" dirty="0">
                <a:cs typeface="2  Mitra_4 (MRT)" pitchFamily="2" charset="-78"/>
              </a:rPr>
              <a:t>DMAIC</a:t>
            </a:r>
            <a:r>
              <a:rPr lang="fa-IR" sz="2600" dirty="0">
                <a:cs typeface="2  Mitra_4 (MRT)" pitchFamily="2" charset="-78"/>
              </a:rPr>
              <a:t> می نامند.</a:t>
            </a:r>
            <a:endParaRPr lang="en-US" sz="2600" dirty="0">
              <a:cs typeface="2  Mitra_4 (MRT)" pitchFamily="2" charset="-78"/>
            </a:endParaRPr>
          </a:p>
          <a:p>
            <a:pPr algn="just"/>
            <a:r>
              <a:rPr lang="fa-IR" sz="2600" dirty="0">
                <a:cs typeface="2  Mitra_4 (MRT)" pitchFamily="2" charset="-78"/>
              </a:rPr>
              <a:t>      اگر سازمانی در حال توسعه ی یک فرایند نرم افزار باشد، مراحل اصلی به صورت زیر بسط پیدا می کند:</a:t>
            </a:r>
            <a:endParaRPr lang="en-US" sz="2600" dirty="0">
              <a:cs typeface="2  Mitra_4 (MRT)" pitchFamily="2" charset="-78"/>
            </a:endParaRPr>
          </a:p>
          <a:p>
            <a:pPr marL="0" indent="0">
              <a:lnSpc>
                <a:spcPct val="150000"/>
              </a:lnSpc>
              <a:buNone/>
            </a:pPr>
            <a:endParaRPr lang="en-US" sz="2600" dirty="0">
              <a:cs typeface="2  Mitra_4 (MRT)" pitchFamily="2" charset="-78"/>
            </a:endParaRPr>
          </a:p>
        </p:txBody>
      </p:sp>
    </p:spTree>
    <p:extLst>
      <p:ext uri="{BB962C8B-B14F-4D97-AF65-F5344CB8AC3E}">
        <p14:creationId xmlns:p14="http://schemas.microsoft.com/office/powerpoint/2010/main" val="2141751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randombar(horizontal)">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randombar(horizontal)">
                                      <p:cBhvr>
                                        <p:cTn id="22" dur="500"/>
                                        <p:tgtEl>
                                          <p:spTgt spid="5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5123">
                                            <p:txEl>
                                              <p:pRg st="4" end="4"/>
                                            </p:txEl>
                                          </p:spTgt>
                                        </p:tgtEl>
                                        <p:attrNameLst>
                                          <p:attrName>style.visibility</p:attrName>
                                        </p:attrNameLst>
                                      </p:cBhvr>
                                      <p:to>
                                        <p:strVal val="visible"/>
                                      </p:to>
                                    </p:set>
                                    <p:animEffect transition="in" filter="randombar(horizontal)">
                                      <p:cBhvr>
                                        <p:cTn id="27" dur="500"/>
                                        <p:tgtEl>
                                          <p:spTgt spid="51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5123">
                                            <p:txEl>
                                              <p:pRg st="0" end="0"/>
                                            </p:txEl>
                                          </p:spTgt>
                                        </p:tgtEl>
                                        <p:attrNameLst>
                                          <p:attrName>style.visibility</p:attrName>
                                        </p:attrNameLst>
                                      </p:cBhvr>
                                      <p:to>
                                        <p:strVal val="visible"/>
                                      </p:to>
                                    </p:set>
                                    <p:animEffect transition="in" filter="fade">
                                      <p:cBhvr>
                                        <p:cTn id="32" dur="1000"/>
                                        <p:tgtEl>
                                          <p:spTgt spid="5123">
                                            <p:txEl>
                                              <p:pRg st="0" end="0"/>
                                            </p:txEl>
                                          </p:spTgt>
                                        </p:tgtEl>
                                      </p:cBhvr>
                                    </p:animEffect>
                                    <p:anim calcmode="lin" valueType="num">
                                      <p:cBhvr>
                                        <p:cTn id="33"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5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5123">
                                            <p:txEl>
                                              <p:pRg st="1" end="1"/>
                                            </p:txEl>
                                          </p:spTgt>
                                        </p:tgtEl>
                                        <p:attrNameLst>
                                          <p:attrName>style.visibility</p:attrName>
                                        </p:attrNameLst>
                                      </p:cBhvr>
                                      <p:to>
                                        <p:strVal val="visible"/>
                                      </p:to>
                                    </p:set>
                                    <p:animEffect transition="in" filter="fade">
                                      <p:cBhvr>
                                        <p:cTn id="39" dur="1000"/>
                                        <p:tgtEl>
                                          <p:spTgt spid="5123">
                                            <p:txEl>
                                              <p:pRg st="1" end="1"/>
                                            </p:txEl>
                                          </p:spTgt>
                                        </p:tgtEl>
                                      </p:cBhvr>
                                    </p:animEffect>
                                    <p:anim calcmode="lin" valueType="num">
                                      <p:cBhvr>
                                        <p:cTn id="40"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5123">
                                            <p:txEl>
                                              <p:pRg st="2" end="2"/>
                                            </p:txEl>
                                          </p:spTgt>
                                        </p:tgtEl>
                                        <p:attrNameLst>
                                          <p:attrName>style.visibility</p:attrName>
                                        </p:attrNameLst>
                                      </p:cBhvr>
                                      <p:to>
                                        <p:strVal val="visible"/>
                                      </p:to>
                                    </p:set>
                                    <p:animEffect transition="in" filter="fade">
                                      <p:cBhvr>
                                        <p:cTn id="46" dur="1000"/>
                                        <p:tgtEl>
                                          <p:spTgt spid="5123">
                                            <p:txEl>
                                              <p:pRg st="2" end="2"/>
                                            </p:txEl>
                                          </p:spTgt>
                                        </p:tgtEl>
                                      </p:cBhvr>
                                    </p:animEffect>
                                    <p:anim calcmode="lin" valueType="num">
                                      <p:cBhvr>
                                        <p:cTn id="47" dur="1000" fill="hold"/>
                                        <p:tgtEl>
                                          <p:spTgt spid="5123">
                                            <p:txEl>
                                              <p:pRg st="2" end="2"/>
                                            </p:txEl>
                                          </p:spTgt>
                                        </p:tgtEl>
                                        <p:attrNameLst>
                                          <p:attrName>ppt_x</p:attrName>
                                        </p:attrNameLst>
                                      </p:cBhvr>
                                      <p:tavLst>
                                        <p:tav tm="0">
                                          <p:val>
                                            <p:strVal val="#ppt_x"/>
                                          </p:val>
                                        </p:tav>
                                        <p:tav tm="100000">
                                          <p:val>
                                            <p:strVal val="#ppt_x"/>
                                          </p:val>
                                        </p:tav>
                                      </p:tavLst>
                                    </p:anim>
                                    <p:anim calcmode="lin" valueType="num">
                                      <p:cBhvr>
                                        <p:cTn id="48" dur="1000" fill="hold"/>
                                        <p:tgtEl>
                                          <p:spTgt spid="51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5123">
                                            <p:txEl>
                                              <p:pRg st="3" end="3"/>
                                            </p:txEl>
                                          </p:spTgt>
                                        </p:tgtEl>
                                        <p:attrNameLst>
                                          <p:attrName>style.visibility</p:attrName>
                                        </p:attrNameLst>
                                      </p:cBhvr>
                                      <p:to>
                                        <p:strVal val="visible"/>
                                      </p:to>
                                    </p:set>
                                    <p:animEffect transition="in" filter="fade">
                                      <p:cBhvr>
                                        <p:cTn id="53" dur="1000"/>
                                        <p:tgtEl>
                                          <p:spTgt spid="5123">
                                            <p:txEl>
                                              <p:pRg st="3" end="3"/>
                                            </p:txEl>
                                          </p:spTgt>
                                        </p:tgtEl>
                                      </p:cBhvr>
                                    </p:animEffect>
                                    <p:anim calcmode="lin" valueType="num">
                                      <p:cBhvr>
                                        <p:cTn id="54" dur="1000" fill="hold"/>
                                        <p:tgtEl>
                                          <p:spTgt spid="5123">
                                            <p:txEl>
                                              <p:pRg st="3" end="3"/>
                                            </p:txEl>
                                          </p:spTgt>
                                        </p:tgtEl>
                                        <p:attrNameLst>
                                          <p:attrName>ppt_x</p:attrName>
                                        </p:attrNameLst>
                                      </p:cBhvr>
                                      <p:tavLst>
                                        <p:tav tm="0">
                                          <p:val>
                                            <p:strVal val="#ppt_x"/>
                                          </p:val>
                                        </p:tav>
                                        <p:tav tm="100000">
                                          <p:val>
                                            <p:strVal val="#ppt_x"/>
                                          </p:val>
                                        </p:tav>
                                      </p:tavLst>
                                    </p:anim>
                                    <p:anim calcmode="lin" valueType="num">
                                      <p:cBhvr>
                                        <p:cTn id="55" dur="1000" fill="hold"/>
                                        <p:tgtEl>
                                          <p:spTgt spid="512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5123">
                                            <p:txEl>
                                              <p:pRg st="4" end="4"/>
                                            </p:txEl>
                                          </p:spTgt>
                                        </p:tgtEl>
                                        <p:attrNameLst>
                                          <p:attrName>style.visibility</p:attrName>
                                        </p:attrNameLst>
                                      </p:cBhvr>
                                      <p:to>
                                        <p:strVal val="visible"/>
                                      </p:to>
                                    </p:set>
                                    <p:animEffect transition="in" filter="fade">
                                      <p:cBhvr>
                                        <p:cTn id="60" dur="1000"/>
                                        <p:tgtEl>
                                          <p:spTgt spid="5123">
                                            <p:txEl>
                                              <p:pRg st="4" end="4"/>
                                            </p:txEl>
                                          </p:spTgt>
                                        </p:tgtEl>
                                      </p:cBhvr>
                                    </p:animEffect>
                                    <p:anim calcmode="lin" valueType="num">
                                      <p:cBhvr>
                                        <p:cTn id="61" dur="1000" fill="hold"/>
                                        <p:tgtEl>
                                          <p:spTgt spid="5123">
                                            <p:txEl>
                                              <p:pRg st="4" end="4"/>
                                            </p:txEl>
                                          </p:spTgt>
                                        </p:tgtEl>
                                        <p:attrNameLst>
                                          <p:attrName>ppt_x</p:attrName>
                                        </p:attrNameLst>
                                      </p:cBhvr>
                                      <p:tavLst>
                                        <p:tav tm="0">
                                          <p:val>
                                            <p:strVal val="#ppt_x"/>
                                          </p:val>
                                        </p:tav>
                                        <p:tav tm="100000">
                                          <p:val>
                                            <p:strVal val="#ppt_x"/>
                                          </p:val>
                                        </p:tav>
                                      </p:tavLst>
                                    </p:anim>
                                    <p:anim calcmode="lin" valueType="num">
                                      <p:cBhvr>
                                        <p:cTn id="62" dur="1000" fill="hold"/>
                                        <p:tgtEl>
                                          <p:spTgt spid="512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marL="0" indent="0">
              <a:lnSpc>
                <a:spcPct val="150000"/>
              </a:lnSpc>
              <a:buNone/>
            </a:pPr>
            <a:r>
              <a:rPr lang="fa-IR" sz="2600" dirty="0">
                <a:cs typeface="2  Mitra_4 (MRT)" pitchFamily="2" charset="-78"/>
              </a:rPr>
              <a:t> طراحی فرایند برای</a:t>
            </a:r>
          </a:p>
          <a:p>
            <a:pPr>
              <a:lnSpc>
                <a:spcPct val="150000"/>
              </a:lnSpc>
            </a:pPr>
            <a:r>
              <a:rPr lang="fa-IR" sz="2600" dirty="0">
                <a:cs typeface="2  Mitra_4 (MRT)" pitchFamily="2" charset="-78"/>
              </a:rPr>
              <a:t>1-	پرهیز از علل ریشه ای نقایص و </a:t>
            </a:r>
          </a:p>
          <a:p>
            <a:pPr>
              <a:lnSpc>
                <a:spcPct val="150000"/>
              </a:lnSpc>
            </a:pPr>
            <a:r>
              <a:rPr lang="fa-IR" sz="2600" dirty="0">
                <a:cs typeface="2  Mitra_4 (MRT)" pitchFamily="2" charset="-78"/>
              </a:rPr>
              <a:t>2-	براورده ساختن خواسته های مشتریان</a:t>
            </a:r>
          </a:p>
          <a:p>
            <a:pPr>
              <a:lnSpc>
                <a:spcPct val="150000"/>
              </a:lnSpc>
            </a:pPr>
            <a:r>
              <a:rPr lang="fa-IR" sz="2600" dirty="0">
                <a:cs typeface="2  Mitra_4 (MRT)" pitchFamily="2" charset="-78"/>
              </a:rPr>
              <a:t>      وارسی این که مدل فرایندی واقعاً از نقایص پرهیز می کند و خواسته های مشتری را براورده می سازد این شکل اصلاح شده را گاهی روش </a:t>
            </a:r>
            <a:r>
              <a:rPr lang="en-US" sz="2600" dirty="0">
                <a:cs typeface="2  Mitra_4 (MRT)" pitchFamily="2" charset="-78"/>
              </a:rPr>
              <a:t>DMADV </a:t>
            </a:r>
            <a:r>
              <a:rPr lang="fa-IR" sz="2600" dirty="0">
                <a:cs typeface="2  Mitra_4 (MRT)" pitchFamily="2" charset="-78"/>
              </a:rPr>
              <a:t>می نامند.</a:t>
            </a:r>
            <a:endParaRPr lang="en-US" sz="2600" dirty="0">
              <a:cs typeface="2  Mitra_4 (MRT)" pitchFamily="2" charset="-78"/>
            </a:endParaRPr>
          </a:p>
        </p:txBody>
      </p:sp>
    </p:spTree>
    <p:extLst>
      <p:ext uri="{BB962C8B-B14F-4D97-AF65-F5344CB8AC3E}">
        <p14:creationId xmlns:p14="http://schemas.microsoft.com/office/powerpoint/2010/main" val="2141751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randombar(horizontal)">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randombar(horizontal)">
                                      <p:cBhvr>
                                        <p:cTn id="22" dur="500"/>
                                        <p:tgtEl>
                                          <p:spTgt spid="5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123">
                                            <p:txEl>
                                              <p:pRg st="0" end="0"/>
                                            </p:txEl>
                                          </p:spTgt>
                                        </p:tgtEl>
                                        <p:attrNameLst>
                                          <p:attrName>style.visibility</p:attrName>
                                        </p:attrNameLst>
                                      </p:cBhvr>
                                      <p:to>
                                        <p:strVal val="visible"/>
                                      </p:to>
                                    </p:set>
                                    <p:animEffect transition="in" filter="fade">
                                      <p:cBhvr>
                                        <p:cTn id="27" dur="1000"/>
                                        <p:tgtEl>
                                          <p:spTgt spid="5123">
                                            <p:txEl>
                                              <p:pRg st="0" end="0"/>
                                            </p:txEl>
                                          </p:spTgt>
                                        </p:tgtEl>
                                      </p:cBhvr>
                                    </p:animEffect>
                                    <p:anim calcmode="lin" valueType="num">
                                      <p:cBhvr>
                                        <p:cTn id="28"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5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5123">
                                            <p:txEl>
                                              <p:pRg st="1" end="1"/>
                                            </p:txEl>
                                          </p:spTgt>
                                        </p:tgtEl>
                                        <p:attrNameLst>
                                          <p:attrName>style.visibility</p:attrName>
                                        </p:attrNameLst>
                                      </p:cBhvr>
                                      <p:to>
                                        <p:strVal val="visible"/>
                                      </p:to>
                                    </p:set>
                                    <p:animEffect transition="in" filter="fade">
                                      <p:cBhvr>
                                        <p:cTn id="34" dur="1000"/>
                                        <p:tgtEl>
                                          <p:spTgt spid="5123">
                                            <p:txEl>
                                              <p:pRg st="1" end="1"/>
                                            </p:txEl>
                                          </p:spTgt>
                                        </p:tgtEl>
                                      </p:cBhvr>
                                    </p:animEffect>
                                    <p:anim calcmode="lin" valueType="num">
                                      <p:cBhvr>
                                        <p:cTn id="35"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36"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123">
                                            <p:txEl>
                                              <p:pRg st="2" end="2"/>
                                            </p:txEl>
                                          </p:spTgt>
                                        </p:tgtEl>
                                        <p:attrNameLst>
                                          <p:attrName>style.visibility</p:attrName>
                                        </p:attrNameLst>
                                      </p:cBhvr>
                                      <p:to>
                                        <p:strVal val="visible"/>
                                      </p:to>
                                    </p:set>
                                    <p:animEffect transition="in" filter="fade">
                                      <p:cBhvr>
                                        <p:cTn id="41" dur="1000"/>
                                        <p:tgtEl>
                                          <p:spTgt spid="5123">
                                            <p:txEl>
                                              <p:pRg st="2" end="2"/>
                                            </p:txEl>
                                          </p:spTgt>
                                        </p:tgtEl>
                                      </p:cBhvr>
                                    </p:animEffect>
                                    <p:anim calcmode="lin" valueType="num">
                                      <p:cBhvr>
                                        <p:cTn id="42" dur="1000" fill="hold"/>
                                        <p:tgtEl>
                                          <p:spTgt spid="5123">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51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5123">
                                            <p:txEl>
                                              <p:pRg st="3" end="3"/>
                                            </p:txEl>
                                          </p:spTgt>
                                        </p:tgtEl>
                                        <p:attrNameLst>
                                          <p:attrName>style.visibility</p:attrName>
                                        </p:attrNameLst>
                                      </p:cBhvr>
                                      <p:to>
                                        <p:strVal val="visible"/>
                                      </p:to>
                                    </p:set>
                                    <p:animEffect transition="in" filter="fade">
                                      <p:cBhvr>
                                        <p:cTn id="48" dur="1000"/>
                                        <p:tgtEl>
                                          <p:spTgt spid="5123">
                                            <p:txEl>
                                              <p:pRg st="3" end="3"/>
                                            </p:txEl>
                                          </p:spTgt>
                                        </p:tgtEl>
                                      </p:cBhvr>
                                    </p:animEffect>
                                    <p:anim calcmode="lin" valueType="num">
                                      <p:cBhvr>
                                        <p:cTn id="49" dur="1000" fill="hold"/>
                                        <p:tgtEl>
                                          <p:spTgt spid="5123">
                                            <p:txEl>
                                              <p:pRg st="3" end="3"/>
                                            </p:txEl>
                                          </p:spTgt>
                                        </p:tgtEl>
                                        <p:attrNameLst>
                                          <p:attrName>ppt_x</p:attrName>
                                        </p:attrNameLst>
                                      </p:cBhvr>
                                      <p:tavLst>
                                        <p:tav tm="0">
                                          <p:val>
                                            <p:strVal val="#ppt_x"/>
                                          </p:val>
                                        </p:tav>
                                        <p:tav tm="100000">
                                          <p:val>
                                            <p:strVal val="#ppt_x"/>
                                          </p:val>
                                        </p:tav>
                                      </p:tavLst>
                                    </p:anim>
                                    <p:anim calcmode="lin" valueType="num">
                                      <p:cBhvr>
                                        <p:cTn id="50" dur="1000" fill="hold"/>
                                        <p:tgtEl>
                                          <p:spTgt spid="512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Ellipse 15"/>
          <p:cNvSpPr/>
          <p:nvPr/>
        </p:nvSpPr>
        <p:spPr bwMode="auto">
          <a:xfrm rot="1123418">
            <a:off x="3334032" y="66917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7030A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lvl="0" algn="r"/>
            <a:r>
              <a:rPr lang="fa-IR" sz="4400" dirty="0">
                <a:ln w="18415" cmpd="sng">
                  <a:solidFill>
                    <a:srgbClr val="FFFFFF"/>
                  </a:solidFill>
                  <a:prstDash val="solid"/>
                </a:ln>
                <a:solidFill>
                  <a:srgbClr val="FFFFFF"/>
                </a:solidFill>
                <a:effectLst>
                  <a:glow rad="228600">
                    <a:srgbClr val="92A9B9">
                      <a:satMod val="175000"/>
                      <a:alpha val="40000"/>
                    </a:srgbClr>
                  </a:glow>
                  <a:outerShdw blurRad="63500" dir="3600000" algn="tl" rotWithShape="0">
                    <a:srgbClr val="000000">
                      <a:alpha val="70000"/>
                    </a:srgbClr>
                  </a:outerShdw>
                </a:effectLst>
                <a:latin typeface="Lucida Sans Unicode" pitchFamily="34" charset="0"/>
                <a:cs typeface="2  Titr" pitchFamily="2" charset="-78"/>
              </a:rPr>
              <a:t>ایمنی نرم افزار</a:t>
            </a:r>
            <a:endParaRPr lang="en-US" sz="4400" dirty="0">
              <a:ln w="18415" cmpd="sng">
                <a:solidFill>
                  <a:srgbClr val="FFFFFF"/>
                </a:solidFill>
                <a:prstDash val="solid"/>
              </a:ln>
              <a:solidFill>
                <a:srgbClr val="FFFFFF"/>
              </a:solidFill>
              <a:effectLst>
                <a:glow rad="228600">
                  <a:srgbClr val="92A9B9">
                    <a:satMod val="175000"/>
                    <a:alpha val="40000"/>
                  </a:srgbClr>
                </a:glow>
                <a:outerShdw blurRad="63500" dir="3600000" algn="tl" rotWithShape="0">
                  <a:srgbClr val="000000">
                    <a:alpha val="70000"/>
                  </a:srgbClr>
                </a:outerShdw>
              </a:effectLst>
              <a:latin typeface="Lucida Sans Unicode" pitchFamily="34" charset="0"/>
              <a:cs typeface="2  Titr" pitchFamily="2" charset="-78"/>
            </a:endParaRPr>
          </a:p>
        </p:txBody>
      </p:sp>
      <p:sp>
        <p:nvSpPr>
          <p:cNvPr id="12" name="Ellipse 15"/>
          <p:cNvSpPr/>
          <p:nvPr/>
        </p:nvSpPr>
        <p:spPr bwMode="auto">
          <a:xfrm rot="2998910">
            <a:off x="4299709" y="131584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3399"/>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3" name="Ellipse 15"/>
          <p:cNvSpPr/>
          <p:nvPr/>
        </p:nvSpPr>
        <p:spPr bwMode="auto">
          <a:xfrm rot="3448900">
            <a:off x="4486638" y="1524629"/>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D12112"/>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4" name="Ellipse 15"/>
          <p:cNvSpPr/>
          <p:nvPr/>
        </p:nvSpPr>
        <p:spPr bwMode="auto">
          <a:xfrm rot="3949669">
            <a:off x="4663494" y="1795524"/>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FFC00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5" name="Ellipse 15"/>
          <p:cNvSpPr/>
          <p:nvPr/>
        </p:nvSpPr>
        <p:spPr bwMode="auto">
          <a:xfrm rot="4401100">
            <a:off x="4756340" y="2086456"/>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92D05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2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6" name="Ellipse 15"/>
          <p:cNvSpPr/>
          <p:nvPr/>
        </p:nvSpPr>
        <p:spPr bwMode="auto">
          <a:xfrm rot="4936605">
            <a:off x="4800400" y="2375178"/>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66FF"/>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23" name="Ellipse 15"/>
          <p:cNvSpPr/>
          <p:nvPr/>
        </p:nvSpPr>
        <p:spPr bwMode="auto">
          <a:xfrm rot="5400000">
            <a:off x="4800400" y="2661711"/>
            <a:ext cx="1177200" cy="5400000"/>
          </a:xfrm>
          <a:custGeom>
            <a:avLst/>
            <a:gdLst/>
            <a:ahLst/>
            <a:cxnLst/>
            <a:rect l="l" t="t" r="r" b="b"/>
            <a:pathLst>
              <a:path w="1080120" h="4393198">
                <a:moveTo>
                  <a:pt x="311153" y="3868476"/>
                </a:moveTo>
                <a:cubicBezTo>
                  <a:pt x="308041" y="3883686"/>
                  <a:pt x="306406" y="3899434"/>
                  <a:pt x="306406" y="3915565"/>
                </a:cubicBezTo>
                <a:cubicBezTo>
                  <a:pt x="306406" y="4044609"/>
                  <a:pt x="411016" y="4149219"/>
                  <a:pt x="540060" y="4149219"/>
                </a:cubicBezTo>
                <a:cubicBezTo>
                  <a:pt x="669104" y="4149219"/>
                  <a:pt x="773714" y="4044609"/>
                  <a:pt x="773714" y="3915565"/>
                </a:cubicBezTo>
                <a:cubicBezTo>
                  <a:pt x="773714" y="3786521"/>
                  <a:pt x="669104" y="3681911"/>
                  <a:pt x="540060" y="3681911"/>
                </a:cubicBezTo>
                <a:cubicBezTo>
                  <a:pt x="427147" y="3681911"/>
                  <a:pt x="332940" y="3762003"/>
                  <a:pt x="311153" y="3868476"/>
                </a:cubicBezTo>
                <a:close/>
                <a:moveTo>
                  <a:pt x="3658" y="143743"/>
                </a:moveTo>
                <a:cubicBezTo>
                  <a:pt x="20444" y="61708"/>
                  <a:pt x="93027" y="0"/>
                  <a:pt x="180024" y="0"/>
                </a:cubicBezTo>
                <a:lnTo>
                  <a:pt x="900096" y="0"/>
                </a:lnTo>
                <a:cubicBezTo>
                  <a:pt x="999521" y="0"/>
                  <a:pt x="1080120" y="80599"/>
                  <a:pt x="1080120" y="180023"/>
                </a:cubicBezTo>
                <a:lnTo>
                  <a:pt x="1080120" y="4213174"/>
                </a:lnTo>
                <a:cubicBezTo>
                  <a:pt x="1080120" y="4312599"/>
                  <a:pt x="999521" y="4393198"/>
                  <a:pt x="900096" y="4393198"/>
                </a:cubicBezTo>
                <a:lnTo>
                  <a:pt x="180024" y="4393198"/>
                </a:lnTo>
                <a:cubicBezTo>
                  <a:pt x="80599" y="4393198"/>
                  <a:pt x="0" y="4312599"/>
                  <a:pt x="0" y="4213174"/>
                </a:cubicBezTo>
                <a:lnTo>
                  <a:pt x="0" y="180024"/>
                </a:lnTo>
                <a:cubicBezTo>
                  <a:pt x="0" y="167596"/>
                  <a:pt x="1259" y="155462"/>
                  <a:pt x="3658" y="143743"/>
                </a:cubicBezTo>
                <a:close/>
              </a:path>
            </a:pathLst>
          </a:custGeom>
          <a:solidFill>
            <a:srgbClr val="002060"/>
          </a:solidFill>
          <a:ln w="9525" cap="flat" cmpd="sng" algn="ctr">
            <a:noFill/>
            <a:prstDash val="solid"/>
            <a:round/>
            <a:headEnd type="none" w="med" len="med"/>
            <a:tailEnd type="none" w="med" len="med"/>
          </a:ln>
          <a:effectLst/>
        </p:spPr>
        <p:txBody>
          <a:bodyPr vert="vert270" wrap="square" lIns="72000" tIns="252000" rIns="72000" bIns="45720" numCol="1" rtlCol="0" anchor="ctr" anchorCtr="0" compatLnSpc="1">
            <a:prstTxWarp prst="textNoShape">
              <a:avLst/>
            </a:prstTxWarp>
          </a:bodyPr>
          <a:lstStyle/>
          <a:p>
            <a:pPr algn="r"/>
            <a:endParaRPr lang="en-US" sz="1400" b="1" dirty="0">
              <a:solidFill>
                <a:prstClr val="white"/>
              </a:solidFill>
              <a:effectLst>
                <a:outerShdw blurRad="38100" dist="38100" dir="2700000" algn="tl">
                  <a:srgbClr val="000000">
                    <a:alpha val="43137"/>
                  </a:srgbClr>
                </a:outerShdw>
              </a:effectLst>
              <a:latin typeface="Lucida Sans Unicode" pitchFamily="34" charset="0"/>
            </a:endParaRPr>
          </a:p>
        </p:txBody>
      </p:sp>
      <p:sp>
        <p:nvSpPr>
          <p:cNvPr id="11" name="Ellipse 10"/>
          <p:cNvSpPr/>
          <p:nvPr/>
        </p:nvSpPr>
        <p:spPr bwMode="auto">
          <a:xfrm>
            <a:off x="2987824" y="5064711"/>
            <a:ext cx="594000" cy="594000"/>
          </a:xfrm>
          <a:prstGeom prst="ellipse">
            <a:avLst/>
          </a:prstGeom>
          <a:gradFill>
            <a:gsLst>
              <a:gs pos="0">
                <a:schemeClr val="bg1">
                  <a:lumMod val="85000"/>
                </a:schemeClr>
              </a:gs>
              <a:gs pos="80000">
                <a:schemeClr val="bg1">
                  <a:lumMod val="95000"/>
                </a:schemeClr>
              </a:gs>
              <a:gs pos="100000">
                <a:schemeClr val="bg1"/>
              </a:gs>
            </a:gsLst>
          </a:gra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endParaRPr lang="fr-FR" sz="1400" b="1">
              <a:solidFill>
                <a:prstClr val="black"/>
              </a:solidFill>
              <a:latin typeface="Lucida Sans Unicode" pitchFamily="34" charset="0"/>
            </a:endParaRPr>
          </a:p>
        </p:txBody>
      </p:sp>
    </p:spTree>
    <p:extLst>
      <p:ext uri="{BB962C8B-B14F-4D97-AF65-F5344CB8AC3E}">
        <p14:creationId xmlns:p14="http://schemas.microsoft.com/office/powerpoint/2010/main" val="1356751813"/>
      </p:ext>
    </p:extLst>
  </p:cSld>
  <p:clrMapOvr>
    <a:masterClrMapping/>
  </p:clrMapOvr>
  <p:transition spd="slow">
    <p:randomBa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lnSpc>
                <a:spcPct val="150000"/>
              </a:lnSpc>
            </a:pPr>
            <a:r>
              <a:rPr lang="fa-IR" sz="2400" dirty="0">
                <a:cs typeface="2  Mitra_4 (MRT)" pitchFamily="2" charset="-78"/>
              </a:rPr>
              <a:t> ایمنی نرم افزار یکی از فعالیت های تضمین کیفیت است که بر شناسایی و سنجش ریسک های بالقوه ای تاکید دارد که ممکن است تاثیری منفی بر نرم افزار داشته منجر به شکست کل سیستم شود. اگر بتوان ریسک ها را در همان ابتدای فرایند نرم افزار شناسایی کرد، می توان ویژگی هایی را در طراحی نرم افزار مشخص کرد که ریسک های بالقوه را حذف یا کنترل کند.</a:t>
            </a:r>
            <a:endParaRPr lang="en-US" sz="2400" dirty="0">
              <a:cs typeface="2  Mitra_4 (MRT)" pitchFamily="2" charset="-78"/>
            </a:endParaRPr>
          </a:p>
          <a:p>
            <a:pPr algn="just">
              <a:lnSpc>
                <a:spcPct val="150000"/>
              </a:lnSpc>
            </a:pPr>
            <a:r>
              <a:rPr lang="fa-IR" sz="2400" dirty="0">
                <a:cs typeface="2  Mitra_4 (MRT)" pitchFamily="2" charset="-78"/>
              </a:rPr>
              <a:t>      به عنوان بخشی از ایمنی نرم افزار، یک فرایند مدل سازی و تحلیل به اجرا درمی آید. در آغاز ریسک ها شناسایی و بر اساس اهمیت و احتمال وقوعی که دارند گروه بندی می شوند برای مثال برخی ریسک های مربوط به کنترل گشت کامپیوتری</a:t>
            </a:r>
            <a:r>
              <a:rPr lang="fa-IR" sz="2400" dirty="0"/>
              <a:t>.</a:t>
            </a:r>
            <a:endParaRPr lang="en-US" sz="2400" dirty="0">
              <a:cs typeface="2  Mitra_4 (MRT)" pitchFamily="2" charset="-78"/>
            </a:endParaRPr>
          </a:p>
        </p:txBody>
      </p:sp>
    </p:spTree>
    <p:extLst>
      <p:ext uri="{BB962C8B-B14F-4D97-AF65-F5344CB8AC3E}">
        <p14:creationId xmlns:p14="http://schemas.microsoft.com/office/powerpoint/2010/main" val="19051790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123">
                                            <p:txEl>
                                              <p:pRg st="0" end="0"/>
                                            </p:txEl>
                                          </p:spTgt>
                                        </p:tgtEl>
                                        <p:attrNameLst>
                                          <p:attrName>style.visibility</p:attrName>
                                        </p:attrNameLst>
                                      </p:cBhvr>
                                      <p:to>
                                        <p:strVal val="visible"/>
                                      </p:to>
                                    </p:set>
                                    <p:animEffect transition="in" filter="fade">
                                      <p:cBhvr>
                                        <p:cTn id="17" dur="1000"/>
                                        <p:tgtEl>
                                          <p:spTgt spid="5123">
                                            <p:txEl>
                                              <p:pRg st="0" end="0"/>
                                            </p:txEl>
                                          </p:spTgt>
                                        </p:tgtEl>
                                      </p:cBhvr>
                                    </p:animEffect>
                                    <p:anim calcmode="lin" valueType="num">
                                      <p:cBhvr>
                                        <p:cTn id="18"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123">
                                            <p:txEl>
                                              <p:pRg st="1" end="1"/>
                                            </p:txEl>
                                          </p:spTgt>
                                        </p:tgtEl>
                                        <p:attrNameLst>
                                          <p:attrName>style.visibility</p:attrName>
                                        </p:attrNameLst>
                                      </p:cBhvr>
                                      <p:to>
                                        <p:strVal val="visible"/>
                                      </p:to>
                                    </p:set>
                                    <p:animEffect transition="in" filter="fade">
                                      <p:cBhvr>
                                        <p:cTn id="24" dur="1000"/>
                                        <p:tgtEl>
                                          <p:spTgt spid="5123">
                                            <p:txEl>
                                              <p:pRg st="1" end="1"/>
                                            </p:txEl>
                                          </p:spTgt>
                                        </p:tgtEl>
                                      </p:cBhvr>
                                    </p:animEffect>
                                    <p:anim calcmode="lin" valueType="num">
                                      <p:cBhvr>
                                        <p:cTn id="25"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marL="0" indent="0" algn="just">
              <a:buNone/>
            </a:pPr>
            <a:r>
              <a:rPr lang="fa-IR" sz="2300" b="1" dirty="0" smtClean="0">
                <a:solidFill>
                  <a:schemeClr val="bg1"/>
                </a:solidFill>
                <a:cs typeface="2  Titr" pitchFamily="2" charset="-78"/>
              </a:rPr>
              <a:t>استانداردهای </a:t>
            </a:r>
            <a:r>
              <a:rPr lang="fa-IR" sz="2300" b="1" dirty="0">
                <a:solidFill>
                  <a:schemeClr val="bg1"/>
                </a:solidFill>
                <a:cs typeface="2  Titr" pitchFamily="2" charset="-78"/>
              </a:rPr>
              <a:t>کیفیتی </a:t>
            </a:r>
            <a:r>
              <a:rPr lang="en-US" sz="2300" b="1" dirty="0">
                <a:solidFill>
                  <a:schemeClr val="bg1"/>
                </a:solidFill>
                <a:cs typeface="2  Titr" pitchFamily="2" charset="-78"/>
              </a:rPr>
              <a:t>ISO </a:t>
            </a:r>
            <a:r>
              <a:rPr lang="en-US" sz="2300" b="1" dirty="0" smtClean="0">
                <a:solidFill>
                  <a:schemeClr val="bg1"/>
                </a:solidFill>
                <a:cs typeface="2  Titr" pitchFamily="2" charset="-78"/>
              </a:rPr>
              <a:t>9001</a:t>
            </a:r>
            <a:endParaRPr lang="fa-IR" sz="2300" b="1" dirty="0" smtClean="0">
              <a:solidFill>
                <a:schemeClr val="bg1"/>
              </a:solidFill>
              <a:cs typeface="2  Titr" pitchFamily="2" charset="-78"/>
            </a:endParaRPr>
          </a:p>
          <a:p>
            <a:pPr marL="0" indent="0" algn="just">
              <a:lnSpc>
                <a:spcPct val="150000"/>
              </a:lnSpc>
              <a:buNone/>
            </a:pPr>
            <a:r>
              <a:rPr lang="fa-IR" sz="2300" dirty="0">
                <a:solidFill>
                  <a:schemeClr val="bg1"/>
                </a:solidFill>
                <a:cs typeface="2  Mitra_4 (MRT)" pitchFamily="2" charset="-78"/>
              </a:rPr>
              <a:t>سیستم تضمین کیفیت را می توان به عنوان ساختار سازمانی، مسئولیت ها روال ها فرایندها و منابع پیاده سازی مدیریت کیفیت تعریف کرد. سیستم های تضمین کیفیت به این منظور ایجاد می شوند که به سازمان کمک کنند تا اطمینان حاصل کنند رضایت مشتریان حاصل شده است و آن چه مشخص کرده اند، براورده شده است. این سیستم ها گستره ی وسیعی از فعالیت ها را پوشش می دهند که کل چرخه ی حیات محصول را از طرح ریزی، کنترل، اندازه گیری، آزمون و گزارش دهی و بهبود سطوح کیفیت در سرتاسر فرایند توسعه و تولید دربرمی گیرد. </a:t>
            </a:r>
            <a:r>
              <a:rPr lang="en-US" sz="2300" dirty="0">
                <a:solidFill>
                  <a:schemeClr val="bg1"/>
                </a:solidFill>
                <a:cs typeface="2  Mitra_4 (MRT)" pitchFamily="2" charset="-78"/>
              </a:rPr>
              <a:t>ISO 9001</a:t>
            </a:r>
            <a:r>
              <a:rPr lang="fa-IR" sz="2300" dirty="0">
                <a:solidFill>
                  <a:schemeClr val="bg1"/>
                </a:solidFill>
                <a:cs typeface="2  Mitra_4 (MRT)" pitchFamily="2" charset="-78"/>
              </a:rPr>
              <a:t> عناصر کیفیتی را به زبان کلی توصیف می کند که برای هر تحارتی با هر تجارتی با محصول یا خدماتی که ارائه می دهد، قابل اعتماد هستند.</a:t>
            </a:r>
            <a:endParaRPr lang="en-US" sz="2300" dirty="0">
              <a:solidFill>
                <a:schemeClr val="bg1"/>
              </a:solidFill>
              <a:cs typeface="2  Mitra_4 (MRT)" pitchFamily="2" charset="-78"/>
            </a:endParaRPr>
          </a:p>
          <a:p>
            <a:pPr marL="0" indent="0" algn="just">
              <a:buNone/>
            </a:pPr>
            <a:endParaRPr lang="en-US" sz="2300" dirty="0">
              <a:solidFill>
                <a:schemeClr val="bg1"/>
              </a:solidFill>
              <a:cs typeface="2  Titr" pitchFamily="2" charset="-78"/>
            </a:endParaRPr>
          </a:p>
        </p:txBody>
      </p:sp>
    </p:spTree>
    <p:extLst>
      <p:ext uri="{BB962C8B-B14F-4D97-AF65-F5344CB8AC3E}">
        <p14:creationId xmlns:p14="http://schemas.microsoft.com/office/powerpoint/2010/main" val="20680104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123">
                                            <p:txEl>
                                              <p:pRg st="0" end="0"/>
                                            </p:txEl>
                                          </p:spTgt>
                                        </p:tgtEl>
                                        <p:attrNameLst>
                                          <p:attrName>style.visibility</p:attrName>
                                        </p:attrNameLst>
                                      </p:cBhvr>
                                      <p:to>
                                        <p:strVal val="visible"/>
                                      </p:to>
                                    </p:set>
                                    <p:animEffect transition="in" filter="fade">
                                      <p:cBhvr>
                                        <p:cTn id="17" dur="1000"/>
                                        <p:tgtEl>
                                          <p:spTgt spid="5123">
                                            <p:txEl>
                                              <p:pRg st="0" end="0"/>
                                            </p:txEl>
                                          </p:spTgt>
                                        </p:tgtEl>
                                      </p:cBhvr>
                                    </p:animEffect>
                                    <p:anim calcmode="lin" valueType="num">
                                      <p:cBhvr>
                                        <p:cTn id="18"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123">
                                            <p:txEl>
                                              <p:pRg st="1" end="1"/>
                                            </p:txEl>
                                          </p:spTgt>
                                        </p:tgtEl>
                                        <p:attrNameLst>
                                          <p:attrName>style.visibility</p:attrName>
                                        </p:attrNameLst>
                                      </p:cBhvr>
                                      <p:to>
                                        <p:strVal val="visible"/>
                                      </p:to>
                                    </p:set>
                                    <p:animEffect transition="in" filter="fade">
                                      <p:cBhvr>
                                        <p:cTn id="24" dur="1000"/>
                                        <p:tgtEl>
                                          <p:spTgt spid="5123">
                                            <p:txEl>
                                              <p:pRg st="1" end="1"/>
                                            </p:txEl>
                                          </p:spTgt>
                                        </p:tgtEl>
                                      </p:cBhvr>
                                    </p:animEffect>
                                    <p:anim calcmode="lin" valueType="num">
                                      <p:cBhvr>
                                        <p:cTn id="25"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lnSpc>
                <a:spcPct val="150000"/>
              </a:lnSpc>
            </a:pPr>
            <a:r>
              <a:rPr lang="fa-IR" sz="2200" dirty="0">
                <a:cs typeface="2  Mitra_4 (MRT)" pitchFamily="2" charset="-78"/>
              </a:rPr>
              <a:t> برای این که نام شرکتی در یکی از مدل های تضمین کیفیت </a:t>
            </a:r>
            <a:r>
              <a:rPr lang="en-US" sz="2200" dirty="0">
                <a:cs typeface="2  Mitra_4 (MRT)" pitchFamily="2" charset="-78"/>
              </a:rPr>
              <a:t>ISO 9001</a:t>
            </a:r>
            <a:r>
              <a:rPr lang="fa-IR" sz="2200" dirty="0">
                <a:cs typeface="2  Mitra_4 (MRT)" pitchFamily="2" charset="-78"/>
              </a:rPr>
              <a:t> ثبت گردد، سیستم و عملیات های کیفیت شرکت باید توسط یک شرکت مجاز ممیزی شود تا پیروی آن از این استاندارد به تایید برسد. پس از ثبت موفق یک گواهی از سوی شرکت ممیزی برای این شرکت صادر می شود. هر شش ماه یکبار شرکت دوباره مورد ممیزی قرار می گیرد تا از پیروی مستمر از استاندارد اطمینان حاصل شود. </a:t>
            </a:r>
            <a:endParaRPr lang="en-US" sz="2200" dirty="0">
              <a:cs typeface="2  Mitra_4 (MRT)" pitchFamily="2" charset="-78"/>
            </a:endParaRPr>
          </a:p>
          <a:p>
            <a:pPr algn="just">
              <a:lnSpc>
                <a:spcPct val="150000"/>
              </a:lnSpc>
            </a:pPr>
            <a:r>
              <a:rPr lang="fa-IR" sz="2200" dirty="0">
                <a:cs typeface="2  Mitra_4 (MRT)" pitchFamily="2" charset="-78"/>
              </a:rPr>
              <a:t>      الزامات ترسیم شده توسط</a:t>
            </a:r>
            <a:r>
              <a:rPr lang="en-US" sz="2200" dirty="0">
                <a:cs typeface="2  Mitra_4 (MRT)" pitchFamily="2" charset="-78"/>
              </a:rPr>
              <a:t>ISO 9000: 2000</a:t>
            </a:r>
            <a:r>
              <a:rPr lang="fa-IR" sz="2200" dirty="0">
                <a:cs typeface="2  Mitra_4 (MRT)" pitchFamily="2" charset="-78"/>
              </a:rPr>
              <a:t> به مباحثی هم چون مسئولیت پذیری مدیران، سیستم کیفیت، بازبینی قراردادها، کنترل طراحی، کنترل داده ها ومستندات، اقدامات تصحیحی و پیشگیرانه، کنترل سوابق کیفیتی، ممیزی های کیفیتی درونی، آموزش، خدمات رسانی و تکنیک های آماری می پردازد.</a:t>
            </a:r>
            <a:endParaRPr lang="en-US" sz="2200" dirty="0">
              <a:cs typeface="2  Mitra_4 (MRT)" pitchFamily="2" charset="-78"/>
            </a:endParaRPr>
          </a:p>
        </p:txBody>
      </p:sp>
    </p:spTree>
    <p:extLst>
      <p:ext uri="{BB962C8B-B14F-4D97-AF65-F5344CB8AC3E}">
        <p14:creationId xmlns:p14="http://schemas.microsoft.com/office/powerpoint/2010/main" val="22193254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123">
                                            <p:txEl>
                                              <p:pRg st="0" end="0"/>
                                            </p:txEl>
                                          </p:spTgt>
                                        </p:tgtEl>
                                        <p:attrNameLst>
                                          <p:attrName>style.visibility</p:attrName>
                                        </p:attrNameLst>
                                      </p:cBhvr>
                                      <p:to>
                                        <p:strVal val="visible"/>
                                      </p:to>
                                    </p:set>
                                    <p:animEffect transition="in" filter="fade">
                                      <p:cBhvr>
                                        <p:cTn id="17" dur="1000"/>
                                        <p:tgtEl>
                                          <p:spTgt spid="5123">
                                            <p:txEl>
                                              <p:pRg st="0" end="0"/>
                                            </p:txEl>
                                          </p:spTgt>
                                        </p:tgtEl>
                                      </p:cBhvr>
                                    </p:animEffect>
                                    <p:anim calcmode="lin" valueType="num">
                                      <p:cBhvr>
                                        <p:cTn id="18"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123">
                                            <p:txEl>
                                              <p:pRg st="1" end="1"/>
                                            </p:txEl>
                                          </p:spTgt>
                                        </p:tgtEl>
                                        <p:attrNameLst>
                                          <p:attrName>style.visibility</p:attrName>
                                        </p:attrNameLst>
                                      </p:cBhvr>
                                      <p:to>
                                        <p:strVal val="visible"/>
                                      </p:to>
                                    </p:set>
                                    <p:animEffect transition="in" filter="fade">
                                      <p:cBhvr>
                                        <p:cTn id="24" dur="1000"/>
                                        <p:tgtEl>
                                          <p:spTgt spid="5123">
                                            <p:txEl>
                                              <p:pRg st="1" end="1"/>
                                            </p:txEl>
                                          </p:spTgt>
                                        </p:tgtEl>
                                      </p:cBhvr>
                                    </p:animEffect>
                                    <p:anim calcmode="lin" valueType="num">
                                      <p:cBhvr>
                                        <p:cTn id="25"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Espace réservé du contenu 2"/>
          <p:cNvSpPr>
            <a:spLocks noGrp="1"/>
          </p:cNvSpPr>
          <p:nvPr>
            <p:ph idx="1"/>
          </p:nvPr>
        </p:nvSpPr>
        <p:spPr>
          <a:xfrm>
            <a:off x="2123728" y="116632"/>
            <a:ext cx="6893371" cy="6741368"/>
          </a:xfrm>
        </p:spPr>
        <p:txBody>
          <a:bodyPr/>
          <a:lstStyle/>
          <a:p>
            <a:pPr algn="just">
              <a:lnSpc>
                <a:spcPct val="150000"/>
              </a:lnSpc>
            </a:pPr>
            <a:r>
              <a:rPr lang="fa-IR" sz="2200" dirty="0">
                <a:solidFill>
                  <a:schemeClr val="bg1"/>
                </a:solidFill>
                <a:cs typeface="2  Mitra_4 (MRT)" pitchFamily="2" charset="-78"/>
              </a:rPr>
              <a:t>برای آن که یک شزکت نرم افزاری موفق به اخذ گواهینامه ی </a:t>
            </a:r>
            <a:r>
              <a:rPr lang="en-US" sz="2200" dirty="0">
                <a:solidFill>
                  <a:schemeClr val="bg1"/>
                </a:solidFill>
                <a:cs typeface="2  Mitra_4 (MRT)" pitchFamily="2" charset="-78"/>
              </a:rPr>
              <a:t>ISO 9000: 2000</a:t>
            </a:r>
            <a:r>
              <a:rPr lang="fa-IR" sz="2200" dirty="0">
                <a:solidFill>
                  <a:schemeClr val="bg1"/>
                </a:solidFill>
                <a:cs typeface="2  Mitra_4 (MRT)" pitchFamily="2" charset="-78"/>
              </a:rPr>
              <a:t> شود باید برای پرداختن به هر کدام از الزامات ذکرشده در بالا ط مشی ها و روال هایی را تعیین کند و سپس بتواند نشان دهد که این خط مشی ها و رووال ها دنبال می شوند.</a:t>
            </a:r>
            <a:endParaRPr lang="en-US" sz="2200" dirty="0">
              <a:solidFill>
                <a:schemeClr val="bg1"/>
              </a:solidFill>
              <a:cs typeface="2  Mitra_4 (MRT)" pitchFamily="2" charset="-78"/>
            </a:endParaRPr>
          </a:p>
        </p:txBody>
      </p:sp>
      <p:pic>
        <p:nvPicPr>
          <p:cNvPr id="2" name="Picture 1"/>
          <p:cNvPicPr>
            <a:picLocks noChangeAspect="1"/>
          </p:cNvPicPr>
          <p:nvPr/>
        </p:nvPicPr>
        <p:blipFill>
          <a:blip r:embed="rId3"/>
          <a:stretch>
            <a:fillRect/>
          </a:stretch>
        </p:blipFill>
        <p:spPr>
          <a:xfrm>
            <a:off x="-5957888" y="-2971800"/>
            <a:ext cx="21059775" cy="12801600"/>
          </a:xfrm>
          <a:prstGeom prst="rect">
            <a:avLst/>
          </a:prstGeom>
        </p:spPr>
      </p:pic>
    </p:spTree>
    <p:extLst>
      <p:ext uri="{BB962C8B-B14F-4D97-AF65-F5344CB8AC3E}">
        <p14:creationId xmlns:p14="http://schemas.microsoft.com/office/powerpoint/2010/main" val="31607502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randombar(horizont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123">
                                            <p:txEl>
                                              <p:pRg st="0" end="0"/>
                                            </p:txEl>
                                          </p:spTgt>
                                        </p:tgtEl>
                                        <p:attrNameLst>
                                          <p:attrName>style.visibility</p:attrName>
                                        </p:attrNameLst>
                                      </p:cBhvr>
                                      <p:to>
                                        <p:strVal val="visible"/>
                                      </p:to>
                                    </p:set>
                                    <p:animEffect transition="in" filter="fade">
                                      <p:cBhvr>
                                        <p:cTn id="12" dur="1000"/>
                                        <p:tgtEl>
                                          <p:spTgt spid="5123">
                                            <p:txEl>
                                              <p:pRg st="0" end="0"/>
                                            </p:txEl>
                                          </p:spTgt>
                                        </p:tgtEl>
                                      </p:cBhvr>
                                    </p:animEffect>
                                    <p:anim calcmode="lin" valueType="num">
                                      <p:cBhvr>
                                        <p:cTn id="13" dur="1000" fill="hold"/>
                                        <p:tgtEl>
                                          <p:spTgt spid="512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12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2.jpeg"/></Relationships>
</file>

<file path=ppt/theme/_rels/theme5.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classic_bstrkt">
  <a:themeElements>
    <a:clrScheme name="گوزباقالی">
      <a:dk1>
        <a:srgbClr val="FFFFFF"/>
      </a:dk1>
      <a:lt1>
        <a:srgbClr val="FFFFFF"/>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FFFF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ppt/theme/theme4.xml><?xml version="1.0" encoding="utf-8"?>
<a:theme xmlns:a="http://schemas.openxmlformats.org/drawingml/2006/main" name="1_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ppt/theme/theme5.xml><?xml version="1.0" encoding="utf-8"?>
<a:theme xmlns:a="http://schemas.openxmlformats.org/drawingml/2006/main" name="2_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ppt/theme/theme6.xml><?xml version="1.0" encoding="utf-8"?>
<a:theme xmlns:a="http://schemas.openxmlformats.org/drawingml/2006/main" name="1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2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_Blan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21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22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23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24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25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3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26_classic_bstrk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classic_bstrkt</Template>
  <TotalTime>552</TotalTime>
  <Words>2425</Words>
  <Application>Microsoft Office PowerPoint</Application>
  <PresentationFormat>On-screen Show (4:3)</PresentationFormat>
  <Paragraphs>79</Paragraphs>
  <Slides>31</Slides>
  <Notes>0</Notes>
  <HiddenSlides>0</HiddenSlides>
  <MMClips>0</MMClips>
  <ScaleCrop>false</ScaleCrop>
  <HeadingPairs>
    <vt:vector size="6" baseType="variant">
      <vt:variant>
        <vt:lpstr>Fonts Used</vt:lpstr>
      </vt:variant>
      <vt:variant>
        <vt:i4>9</vt:i4>
      </vt:variant>
      <vt:variant>
        <vt:lpstr>Theme</vt:lpstr>
      </vt:variant>
      <vt:variant>
        <vt:i4>16</vt:i4>
      </vt:variant>
      <vt:variant>
        <vt:lpstr>Slide Titles</vt:lpstr>
      </vt:variant>
      <vt:variant>
        <vt:i4>31</vt:i4>
      </vt:variant>
    </vt:vector>
  </HeadingPairs>
  <TitlesOfParts>
    <vt:vector size="56" baseType="lpstr">
      <vt:lpstr>2  Mitra_4 (MRT)</vt:lpstr>
      <vt:lpstr>2  Titr</vt:lpstr>
      <vt:lpstr>Arial</vt:lpstr>
      <vt:lpstr>B Titr</vt:lpstr>
      <vt:lpstr>Calibri</vt:lpstr>
      <vt:lpstr>Garamond</vt:lpstr>
      <vt:lpstr>Lucida Sans Unicode</vt:lpstr>
      <vt:lpstr>Tahoma</vt:lpstr>
      <vt:lpstr>Tunga</vt:lpstr>
      <vt:lpstr>classic_bstrkt</vt:lpstr>
      <vt:lpstr>Blank</vt:lpstr>
      <vt:lpstr>BlackTie</vt:lpstr>
      <vt:lpstr>1_BlackTie</vt:lpstr>
      <vt:lpstr>2_BlackTie</vt:lpstr>
      <vt:lpstr>1_classic_bstrkt</vt:lpstr>
      <vt:lpstr>2_classic_bstrkt</vt:lpstr>
      <vt:lpstr>4_classic_bstrkt</vt:lpstr>
      <vt:lpstr>1_Blank</vt:lpstr>
      <vt:lpstr>21_classic_bstrkt</vt:lpstr>
      <vt:lpstr>22_classic_bstrkt</vt:lpstr>
      <vt:lpstr>23_classic_bstrkt</vt:lpstr>
      <vt:lpstr>24_classic_bstrkt</vt:lpstr>
      <vt:lpstr>25_classic_bstrkt</vt:lpstr>
      <vt:lpstr>3_classic_bstrkt</vt:lpstr>
      <vt:lpstr>26_classic_bstrkt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behnamnet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behnam</dc:creator>
  <cp:lastModifiedBy>Microsoft Surface</cp:lastModifiedBy>
  <cp:revision>62</cp:revision>
  <dcterms:created xsi:type="dcterms:W3CDTF">2013-10-22T13:10:37Z</dcterms:created>
  <dcterms:modified xsi:type="dcterms:W3CDTF">2025-04-28T19:44:53Z</dcterms:modified>
</cp:coreProperties>
</file>
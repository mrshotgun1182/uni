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3" r:id="rId6"/>
    <p:sldId id="256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267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001D-4CAB-E8F2-3566-B5BA9C1A6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BF4BF-4330-241F-BA9F-E2AB76955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65FD4-D4D0-4257-31D9-0D824A49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F31D6-A5EC-C687-6183-65685A69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83AA2-13CC-FB95-C4DE-3D1C5E89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8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E3D4-BE9A-0D6C-851D-22C4FA70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2A150-8FAD-3DD2-588E-70E02660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F947-509C-B1AD-E24D-184C7BE0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6D537-E284-9FC2-FFA3-F68D51C3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6561A-AE34-D787-BD13-9E8CFE7F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1541-A1D1-F2DF-01C8-F48C6AA3B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B26EE-0B48-8D28-3387-EEC11DA5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9A3EC-391C-190B-FF97-A879EFE5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5237A-3353-BBCB-C636-A4D93491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B50ED-C246-D163-F619-3990B8B8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8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E103-7031-1315-A57E-90A03047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50C0-34F9-A876-08F3-CC4D50625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DB22F-C478-631B-FC9D-45F797E3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1E547-2259-A99A-C43C-44216D3B1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586C2-1072-15E2-9289-2CB643C5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F4E6C-FCF8-BF42-08AF-4209299D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E1C8-8893-7139-2E35-3BBC633F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D2C5E-F8AE-7D04-5B3B-087E66311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ED227-5662-527B-D711-DFB109B09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302A2-F349-F8CF-FC1C-92FC94020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01F1F-FCEA-133E-96DC-5958010F7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81F15-0FF4-9A5F-E429-04DC6447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BB2EE-C987-1548-901E-B957651D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BE200-889F-0044-3CD6-A2F288A8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7D91-324C-A32A-4910-9889168F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C41D9-AE8F-BE7F-BB68-9A10145D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0E4CF-0E97-BF06-D8F3-0B6E6BDA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3BD8F-901B-D0F8-5507-EC286E14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79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F9641-3D87-13B8-0447-205BE8D9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16263-DB4C-099A-E430-F5EFF9AC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51F50-69E7-ECFF-11AA-AAC837E2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23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7863-89D9-EC46-DC90-B23F7DE7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0EC0-3907-D398-90EC-04F92AB2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5AEB2-CEBB-DC71-0310-1BD4590AD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BBF7F-1BCE-B781-CAC1-97655CB7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CFCF4-4F2E-BAFE-02C4-C0800323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D5FD0-A087-B9D1-4B72-6ADEC9F8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48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9965-E31D-DA02-6F65-E80F1DD5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1B51C-129E-9FD0-E545-A64988283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A6352-B271-BE63-E828-656873CBF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C2AEB-CAFB-78CC-ACE2-5D3B8218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82D6B-0E3F-5046-E59B-681B6AD9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1700-613F-4C5E-BEDA-BE9D4D6A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9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BA66-0126-B967-C3E4-CCD78BC1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949EA-26DC-EEF7-D0DA-F0F97958D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8A07-FE49-484E-05A7-709063BD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03760-F3F9-DAFB-7865-C8F28E024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A3A51-0C60-3761-96BD-BA25F723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E8539-DD45-85DB-BE3E-008D1587F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A7403-6AB7-6439-A350-9F7C81E31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8104-19DC-56C0-6A7A-A3758F50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0C190-E03E-82EF-175D-6693083F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929E1-486B-D0E4-404D-4A3B111D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FB30E-D82A-B27B-3A5A-DF663BF9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D81FB-1429-79FF-90F3-3338EDC9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9B50-FFA6-7EA7-237B-01AAD4F5A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F5CA7-01B4-4DAA-9741-DBE30D5FB328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E3DBB-C33F-7051-24D4-15D6AE10C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F73F-0B03-E053-88D6-6FAEF517E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DDBA6-B52E-4EBD-BAAF-EBB6A0C73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8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9892C9D-71F2-85BC-575C-81A7DC639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254" y="1504333"/>
            <a:ext cx="5291491" cy="478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D3E3C8-4424-181C-826C-9F2099041271}"/>
              </a:ext>
            </a:extLst>
          </p:cNvPr>
          <p:cNvSpPr txBox="1"/>
          <p:nvPr/>
        </p:nvSpPr>
        <p:spPr>
          <a:xfrm>
            <a:off x="3047999" y="5701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effectLst/>
                <a:cs typeface="B Titr" panose="00000700000000000000" pitchFamily="2" charset="-78"/>
              </a:rPr>
              <a:t>Altair 8800</a:t>
            </a:r>
          </a:p>
        </p:txBody>
      </p:sp>
    </p:spTree>
    <p:extLst>
      <p:ext uri="{BB962C8B-B14F-4D97-AF65-F5344CB8AC3E}">
        <p14:creationId xmlns:p14="http://schemas.microsoft.com/office/powerpoint/2010/main" val="155619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18D1DEC-439B-F930-845F-AEB5A0FD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055" y="1811102"/>
            <a:ext cx="7293890" cy="303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1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7D096D-94BC-7F6E-B01E-37F4183F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055" y="951571"/>
            <a:ext cx="8987889" cy="402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5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6E215-3B93-EE89-D75A-798FC33C3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23" y="1663618"/>
            <a:ext cx="6640153" cy="398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6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ssembly - How can I run a program without an operating system? - Stack  Overflow">
            <a:extLst>
              <a:ext uri="{FF2B5EF4-FFF2-40B4-BE49-F238E27FC236}">
                <a16:creationId xmlns:a16="http://schemas.microsoft.com/office/drawing/2014/main" id="{D363E109-DCD8-5544-C2D0-5D7C64AA4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4" y="0"/>
            <a:ext cx="11804119" cy="704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40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D369D1-214E-F7C3-AE5A-86D22C53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34" y="128778"/>
            <a:ext cx="5614416" cy="66004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70FCE3-3C4E-5D40-8232-86496B647CCF}"/>
              </a:ext>
            </a:extLst>
          </p:cNvPr>
          <p:cNvSpPr txBox="1"/>
          <p:nvPr/>
        </p:nvSpPr>
        <p:spPr>
          <a:xfrm>
            <a:off x="1302283" y="2703069"/>
            <a:ext cx="60969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Xerox Alto</a:t>
            </a:r>
          </a:p>
        </p:txBody>
      </p:sp>
    </p:spTree>
    <p:extLst>
      <p:ext uri="{BB962C8B-B14F-4D97-AF65-F5344CB8AC3E}">
        <p14:creationId xmlns:p14="http://schemas.microsoft.com/office/powerpoint/2010/main" val="61404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21FAFF-7ED2-E292-0039-B571A57FB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187" y="1071006"/>
            <a:ext cx="7335626" cy="5786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D5A45D-22E5-CB99-F64B-69B2113E2461}"/>
              </a:ext>
            </a:extLst>
          </p:cNvPr>
          <p:cNvSpPr txBox="1"/>
          <p:nvPr/>
        </p:nvSpPr>
        <p:spPr>
          <a:xfrm>
            <a:off x="4906789" y="307930"/>
            <a:ext cx="6096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Workbench</a:t>
            </a:r>
          </a:p>
        </p:txBody>
      </p:sp>
    </p:spTree>
    <p:extLst>
      <p:ext uri="{BB962C8B-B14F-4D97-AF65-F5344CB8AC3E}">
        <p14:creationId xmlns:p14="http://schemas.microsoft.com/office/powerpoint/2010/main" val="132151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 Titr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e</dc:creator>
  <cp:lastModifiedBy>m e</cp:lastModifiedBy>
  <cp:revision>2</cp:revision>
  <dcterms:created xsi:type="dcterms:W3CDTF">2025-10-25T15:27:51Z</dcterms:created>
  <dcterms:modified xsi:type="dcterms:W3CDTF">2025-10-26T03:55:36Z</dcterms:modified>
</cp:coreProperties>
</file>
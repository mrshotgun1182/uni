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9" r:id="rId3"/>
    <p:sldId id="260" r:id="rId4"/>
    <p:sldId id="276" r:id="rId5"/>
    <p:sldId id="261" r:id="rId6"/>
    <p:sldId id="288" r:id="rId7"/>
    <p:sldId id="277" r:id="rId8"/>
    <p:sldId id="262" r:id="rId9"/>
    <p:sldId id="278" r:id="rId10"/>
    <p:sldId id="279" r:id="rId11"/>
    <p:sldId id="281" r:id="rId12"/>
    <p:sldId id="282" r:id="rId13"/>
    <p:sldId id="283" r:id="rId14"/>
    <p:sldId id="284" r:id="rId15"/>
    <p:sldId id="285" r:id="rId16"/>
    <p:sldId id="286" r:id="rId17"/>
    <p:sldId id="287" r:id="rId1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B8E2EA6-5E64-4BE3-9966-5E5E46BF2E15}" type="datetimeFigureOut">
              <a:rPr lang="en-US" smtClean="0"/>
              <a:pPr/>
              <a:t>5/6/2017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0AEA60D-E8A0-4DCA-8200-F80EE109CB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5/6/2017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5/6/2017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5/6/2017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5/6/2017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5/6/2017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5/6/2017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5/6/2017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5/6/2017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5/6/2017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5/6/2017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21C898-9713-460E-9EEB-2063D8BD9977}" type="datetimeFigureOut">
              <a:rPr lang="en-US" smtClean="0"/>
              <a:pPr/>
              <a:t>5/6/2017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3521C898-9713-460E-9EEB-2063D8BD9977}" type="datetimeFigureOut">
              <a:rPr lang="en-US" smtClean="0"/>
              <a:pPr/>
              <a:t>5/6/2017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ADECC01-7D78-4FED-8C33-5C1B8B5A6C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124200"/>
            <a:ext cx="9144000" cy="1600200"/>
          </a:xfrm>
        </p:spPr>
        <p:txBody>
          <a:bodyPr>
            <a:normAutofit fontScale="90000"/>
          </a:bodyPr>
          <a:lstStyle/>
          <a:p>
            <a:pPr algn="ctr" rtl="1"/>
            <a:r>
              <a:rPr lang="fa-IR" sz="6000" dirty="0">
                <a:cs typeface="2  Titr" pitchFamily="2" charset="-78"/>
              </a:rPr>
              <a:t>فصل </a:t>
            </a:r>
            <a:r>
              <a:rPr lang="fa-IR" sz="6000" dirty="0" smtClean="0">
                <a:cs typeface="2  Titr" pitchFamily="2" charset="-78"/>
              </a:rPr>
              <a:t>ششم</a:t>
            </a:r>
            <a:r>
              <a:rPr lang="en-US" sz="6000" dirty="0" smtClean="0">
                <a:cs typeface="2  Titr" pitchFamily="2" charset="-78"/>
              </a:rPr>
              <a:t> </a:t>
            </a:r>
            <a:r>
              <a:rPr lang="fa-IR" sz="6000" dirty="0" smtClean="0">
                <a:cs typeface="2  Titr" pitchFamily="2" charset="-78"/>
              </a:rPr>
              <a:t>(بخش </a:t>
            </a:r>
            <a:r>
              <a:rPr lang="en-US" sz="6000" dirty="0" smtClean="0">
                <a:cs typeface="2  Titr" pitchFamily="2" charset="-78"/>
              </a:rPr>
              <a:t>2</a:t>
            </a:r>
            <a:r>
              <a:rPr lang="fa-IR" sz="6000" dirty="0" smtClean="0">
                <a:cs typeface="2  Titr" pitchFamily="2" charset="-78"/>
              </a:rPr>
              <a:t>)</a:t>
            </a:r>
            <a:r>
              <a:rPr lang="fa-IR" sz="6000" dirty="0">
                <a:cs typeface="2  Titr" pitchFamily="2" charset="-78"/>
              </a:rPr>
              <a:t/>
            </a:r>
            <a:br>
              <a:rPr lang="fa-IR" sz="6000" dirty="0">
                <a:cs typeface="2  Titr" pitchFamily="2" charset="-78"/>
              </a:rPr>
            </a:br>
            <a:r>
              <a:rPr lang="fa-IR" dirty="0">
                <a:cs typeface="2  Titr" pitchFamily="2" charset="-78"/>
              </a:rPr>
              <a:t/>
            </a:r>
            <a:br>
              <a:rPr lang="fa-IR" dirty="0">
                <a:cs typeface="2  Titr" pitchFamily="2" charset="-78"/>
              </a:rPr>
            </a:br>
            <a:r>
              <a:rPr lang="fa-IR" dirty="0">
                <a:solidFill>
                  <a:srgbClr val="339966"/>
                </a:solidFill>
                <a:latin typeface="Tahoma" pitchFamily="34" charset="0"/>
                <a:cs typeface="2  Titr" pitchFamily="2" charset="-78"/>
              </a:rPr>
              <a:t>کنترل ترتیب اجرا</a:t>
            </a:r>
            <a:endParaRPr lang="en-US" dirty="0">
              <a:solidFill>
                <a:srgbClr val="339966"/>
              </a:solidFill>
              <a:latin typeface="Tahoma" pitchFamily="34" charset="0"/>
              <a:cs typeface="2  Titr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</p:spPr>
        <p:txBody>
          <a:bodyPr/>
          <a:lstStyle/>
          <a:p>
            <a:fld id="{D1B98248-D496-471B-8D19-64F0D033CA7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7" name="Rectangle 3"/>
          <p:cNvSpPr>
            <a:spLocks noGrp="1" noChangeArrowheads="1"/>
          </p:cNvSpPr>
          <p:nvPr>
            <p:ph type="title"/>
          </p:nvPr>
        </p:nvSpPr>
        <p:spPr>
          <a:xfrm>
            <a:off x="635000" y="0"/>
            <a:ext cx="8280400" cy="762000"/>
          </a:xfrm>
          <a:noFill/>
          <a:ln/>
        </p:spPr>
        <p:txBody>
          <a:bodyPr/>
          <a:lstStyle/>
          <a:p>
            <a:pPr algn="ctr" rtl="1"/>
            <a:r>
              <a:rPr lang="fa-IR" dirty="0" smtClean="0">
                <a:solidFill>
                  <a:srgbClr val="FF0000"/>
                </a:solidFill>
                <a:cs typeface="2  Titr" pitchFamily="2" charset="-78"/>
              </a:rPr>
              <a:t>انتساب</a:t>
            </a:r>
            <a:endParaRPr lang="en-US" dirty="0">
              <a:solidFill>
                <a:srgbClr val="FF0000"/>
              </a:solidFill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0" y="5257800"/>
            <a:ext cx="889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400" dirty="0" smtClean="0">
                <a:solidFill>
                  <a:srgbClr val="FF0000"/>
                </a:solidFill>
              </a:rPr>
              <a:t>توضیح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143000"/>
            <a:ext cx="8077201" cy="552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1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algn="ctr" rtl="1"/>
            <a:r>
              <a:rPr lang="fa-IR" dirty="0" smtClean="0">
                <a:solidFill>
                  <a:srgbClr val="FF0000"/>
                </a:solidFill>
                <a:cs typeface="2  Titr" pitchFamily="2" charset="-78"/>
              </a:rPr>
              <a:t>کنترل ترتیب دستورات</a:t>
            </a:r>
            <a:endParaRPr lang="en-US" dirty="0">
              <a:solidFill>
                <a:srgbClr val="FF0000"/>
              </a:solidFill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905000"/>
            <a:ext cx="82296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 smtClean="0">
                <a:solidFill>
                  <a:srgbClr val="FF0000"/>
                </a:solidFill>
              </a:rPr>
              <a:t>دستور </a:t>
            </a:r>
            <a:r>
              <a:rPr lang="en-US" dirty="0" smtClean="0">
                <a:solidFill>
                  <a:srgbClr val="FF0000"/>
                </a:solidFill>
              </a:rPr>
              <a:t>GOTO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371600"/>
            <a:ext cx="81534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5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algn="ctr" rtl="1"/>
            <a:r>
              <a:rPr lang="fa-IR" dirty="0" smtClean="0">
                <a:solidFill>
                  <a:srgbClr val="FF0000"/>
                </a:solidFill>
                <a:cs typeface="2  Titr" pitchFamily="2" charset="-78"/>
              </a:rPr>
              <a:t>دستور </a:t>
            </a:r>
            <a:r>
              <a:rPr lang="en-US" dirty="0" smtClean="0">
                <a:solidFill>
                  <a:srgbClr val="FF0000"/>
                </a:solidFill>
                <a:cs typeface="2  Titr" pitchFamily="2" charset="-78"/>
              </a:rPr>
              <a:t>GOTO</a:t>
            </a:r>
            <a:endParaRPr lang="en-US" dirty="0">
              <a:solidFill>
                <a:srgbClr val="FF0000"/>
              </a:solidFill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447800"/>
            <a:ext cx="81534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5" name="Rectangle 3"/>
          <p:cNvSpPr>
            <a:spLocks noGrp="1" noChangeArrowheads="1"/>
          </p:cNvSpPr>
          <p:nvPr>
            <p:ph type="title"/>
          </p:nvPr>
        </p:nvSpPr>
        <p:spPr>
          <a:xfrm>
            <a:off x="406400" y="544513"/>
            <a:ext cx="8280400" cy="762000"/>
          </a:xfrm>
          <a:noFill/>
          <a:ln/>
        </p:spPr>
        <p:txBody>
          <a:bodyPr/>
          <a:lstStyle/>
          <a:p>
            <a:pPr algn="ctr" rtl="1"/>
            <a:r>
              <a:rPr lang="fa-IR" dirty="0" smtClean="0">
                <a:solidFill>
                  <a:srgbClr val="FF0000"/>
                </a:solidFill>
                <a:cs typeface="2  Titr" pitchFamily="2" charset="-78"/>
              </a:rPr>
              <a:t>دستور </a:t>
            </a:r>
            <a:r>
              <a:rPr lang="en-US" dirty="0" smtClean="0">
                <a:solidFill>
                  <a:srgbClr val="FF0000"/>
                </a:solidFill>
                <a:cs typeface="2  Titr" pitchFamily="2" charset="-78"/>
              </a:rPr>
              <a:t>GOTO</a:t>
            </a:r>
            <a:endParaRPr lang="en-US" dirty="0">
              <a:solidFill>
                <a:srgbClr val="FF0000"/>
              </a:solidFill>
              <a:cs typeface="2 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76400"/>
            <a:ext cx="7924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4797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fa-IR" sz="3200" dirty="0" smtClean="0">
                <a:solidFill>
                  <a:srgbClr val="FF0000"/>
                </a:solidFill>
              </a:rPr>
              <a:t>ویژگیهای برنامه ساخت یافته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905000"/>
            <a:ext cx="81534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5391A-C508-4DBF-AB59-44B0B160C8E7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304800"/>
            <a:ext cx="8153400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28600"/>
            <a:ext cx="7848600" cy="662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-152400"/>
            <a:ext cx="7498080" cy="1143000"/>
          </a:xfrm>
        </p:spPr>
        <p:txBody>
          <a:bodyPr/>
          <a:lstStyle/>
          <a:p>
            <a:r>
              <a:rPr lang="fa-IR" dirty="0" smtClean="0">
                <a:solidFill>
                  <a:srgbClr val="FF0000"/>
                </a:solidFill>
              </a:rPr>
              <a:t>پیاده سازی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1" y="2285999"/>
            <a:ext cx="8229599" cy="304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8429" y="0"/>
            <a:ext cx="7783171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2743201"/>
            <a:ext cx="7877175" cy="4114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2014" y="0"/>
            <a:ext cx="8141986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1" y="5715000"/>
            <a:ext cx="8077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6259" y="152400"/>
            <a:ext cx="7926411" cy="6680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52400"/>
            <a:ext cx="80010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برنامه های بنیادی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447800"/>
            <a:ext cx="81534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1808"/>
            <a:ext cx="8001000" cy="6846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0"/>
            <a:ext cx="8077200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2619375"/>
            <a:ext cx="5562600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2941</TotalTime>
  <Words>32</Words>
  <Application>Microsoft Office PowerPoint</Application>
  <PresentationFormat>On-screen Show (4:3)</PresentationFormat>
  <Paragraphs>16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Solstice</vt:lpstr>
      <vt:lpstr>فصل ششم (بخش 2)  کنترل ترتیب اجرا</vt:lpstr>
      <vt:lpstr>انتساب</vt:lpstr>
      <vt:lpstr>کنترل ترتیب دستورات</vt:lpstr>
      <vt:lpstr>دستور GOTO</vt:lpstr>
      <vt:lpstr>دستور GOTO</vt:lpstr>
      <vt:lpstr>دستور GOTO</vt:lpstr>
      <vt:lpstr>ویژگیهای برنامه ساخت یافته</vt:lpstr>
      <vt:lpstr>PowerPoint Presentation</vt:lpstr>
      <vt:lpstr>PowerPoint Presentation</vt:lpstr>
      <vt:lpstr>پیاده سازی</vt:lpstr>
      <vt:lpstr>PowerPoint Presentation</vt:lpstr>
      <vt:lpstr>PowerPoint Presentation</vt:lpstr>
      <vt:lpstr>PowerPoint Presentation</vt:lpstr>
      <vt:lpstr>PowerPoint Presentation</vt:lpstr>
      <vt:lpstr>برنامه های بنیادی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فصل چهارم  انواع داده اولیه</dc:title>
  <dc:creator>Saman</dc:creator>
  <cp:lastModifiedBy>Shishechi</cp:lastModifiedBy>
  <cp:revision>123</cp:revision>
  <dcterms:created xsi:type="dcterms:W3CDTF">2015-03-06T03:35:22Z</dcterms:created>
  <dcterms:modified xsi:type="dcterms:W3CDTF">2017-05-05T23:31:12Z</dcterms:modified>
</cp:coreProperties>
</file>
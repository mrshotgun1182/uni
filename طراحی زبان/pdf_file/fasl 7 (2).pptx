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3" r:id="rId4"/>
    <p:sldId id="27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6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A5077-713E-4343-AA8E-5EC0336019F7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1D987-A4BF-4F99-8B9E-E8B0C686C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6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21D987-A4BF-4F99-8B9E-E8B0C686CB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0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2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10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1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8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1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5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3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2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82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07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5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69866-601E-4F00-ABDF-78BA6493F80D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63629-FA6A-40A4-AF4E-0790617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1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668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کنترل در زیر برنامه ها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52563"/>
            <a:ext cx="8915400" cy="449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061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کنترل در زیر برنامه ها(انواع ارجاع ها)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162050"/>
            <a:ext cx="86106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99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481138"/>
            <a:ext cx="8686801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کنترل در زیر برنامه ها(انواع ارجاع ها)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0028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609600"/>
            <a:ext cx="4724400" cy="537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3689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520"/>
            <a:ext cx="9171709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504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کنترل در زیر برنامه ها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199"/>
            <a:ext cx="9144000" cy="5710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حوزه پویا و ایستا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91440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964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حوزه پویا و ایستا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371600"/>
            <a:ext cx="89154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410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581708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حوزه پویا و ایستا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7039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71600"/>
            <a:ext cx="9143999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105400"/>
            <a:ext cx="79248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حوزه پویا و ایستا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108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3" y="1752600"/>
            <a:ext cx="8922327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حوزه پویا و ایستا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7388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>
                <a:solidFill>
                  <a:srgbClr val="FF0000"/>
                </a:solidFill>
                <a:cs typeface="B Nazanin" panose="00000400000000000000" pitchFamily="2" charset="-78"/>
              </a:rPr>
              <a:t>حوزه پویا و ایستا</a:t>
            </a:r>
            <a:endParaRPr lang="en-US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66" y="1447800"/>
            <a:ext cx="8871034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5319280"/>
            <a:ext cx="73628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502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51</Words>
  <Application>Microsoft Office PowerPoint</Application>
  <PresentationFormat>On-screen Show (4:3)</PresentationFormat>
  <Paragraphs>11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 Nazanin</vt:lpstr>
      <vt:lpstr>Calibri</vt:lpstr>
      <vt:lpstr>Office Theme</vt:lpstr>
      <vt:lpstr>کنترل در زیر برنامه ها</vt:lpstr>
      <vt:lpstr>کنترل در زیر برنامه ها(انواع ارجاع ها)</vt:lpstr>
      <vt:lpstr>کنترل در زیر برنامه ها(انواع ارجاع ها)</vt:lpstr>
      <vt:lpstr>PowerPoint Presentation</vt:lpstr>
      <vt:lpstr>PowerPoint Presentation</vt:lpstr>
      <vt:lpstr>کنترل در زیر برنامه ها</vt:lpstr>
      <vt:lpstr>حوزه پویا و ایستا</vt:lpstr>
      <vt:lpstr>حوزه پویا و ایستا</vt:lpstr>
      <vt:lpstr>حوزه پویا و ایستا</vt:lpstr>
      <vt:lpstr>حوزه پویا و ایستا</vt:lpstr>
      <vt:lpstr>حوزه پویا و ایستا</vt:lpstr>
      <vt:lpstr>حوزه پویا و ایستا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Shishechi</dc:creator>
  <cp:lastModifiedBy>Dr Shishechi</cp:lastModifiedBy>
  <cp:revision>30</cp:revision>
  <dcterms:created xsi:type="dcterms:W3CDTF">2016-12-11T06:32:02Z</dcterms:created>
  <dcterms:modified xsi:type="dcterms:W3CDTF">2021-05-16T20:50:18Z</dcterms:modified>
</cp:coreProperties>
</file>
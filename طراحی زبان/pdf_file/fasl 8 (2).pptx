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9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A5077-713E-4343-AA8E-5EC0336019F7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1D987-A4BF-4F99-8B9E-E8B0C686C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6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2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10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1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8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1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5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38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2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82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07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5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69866-601E-4F00-ABDF-78BA6493F80D}" type="datetimeFigureOut">
              <a:rPr lang="en-US" smtClean="0"/>
              <a:t>5/15/2017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1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809750"/>
            <a:ext cx="90678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پارامترها وانتقال پارامترها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366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906780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73" y="4216111"/>
            <a:ext cx="891540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پارامترها وانتقال پارامترها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4912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05001"/>
            <a:ext cx="89154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پارامترها وانتقال پارامترها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17284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66825"/>
            <a:ext cx="8915400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716" y="4090988"/>
            <a:ext cx="5286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پارامترها وانتقال پارامترها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8017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71600"/>
            <a:ext cx="8915400" cy="503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724400"/>
            <a:ext cx="44291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پارامترها وانتقال پارامترها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5197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پارامترها وانتقال پارامترها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8392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943600"/>
            <a:ext cx="91440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777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18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پارامترها وانتقال پارامترها</vt:lpstr>
      <vt:lpstr>پارامترها وانتقال پارامترها</vt:lpstr>
      <vt:lpstr>پارامترها وانتقال پارامترها</vt:lpstr>
      <vt:lpstr>پارامترها وانتقال پارامترها</vt:lpstr>
      <vt:lpstr>پارامترها وانتقال پارامترها</vt:lpstr>
      <vt:lpstr>پارامترها وانتقال پارامترها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Shishechi</dc:creator>
  <cp:lastModifiedBy>Shishechi</cp:lastModifiedBy>
  <cp:revision>27</cp:revision>
  <dcterms:created xsi:type="dcterms:W3CDTF">2016-12-11T06:32:02Z</dcterms:created>
  <dcterms:modified xsi:type="dcterms:W3CDTF">2017-05-14T21:20:05Z</dcterms:modified>
</cp:coreProperties>
</file>